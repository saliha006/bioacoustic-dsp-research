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66" r:id="rId3"/>
    <p:sldId id="274" r:id="rId4"/>
    <p:sldId id="267" r:id="rId5"/>
    <p:sldId id="273" r:id="rId6"/>
    <p:sldId id="268" r:id="rId7"/>
    <p:sldId id="269" r:id="rId8"/>
    <p:sldId id="270" r:id="rId9"/>
    <p:sldId id="271" r:id="rId10"/>
    <p:sldId id="25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CC9E82-E1C1-4281-2526-AD5F8D7E00B2}" v="172" dt="2026-06-15T21:49:33.852"/>
    <p1510:client id="{37D94202-3717-F448-6083-0B9EA6E616A2}" v="930" dt="2026-06-14T21:11:09.563"/>
    <p1510:client id="{C4202C83-CEF7-D3FC-789F-5D4A9365AD17}" v="2620" dt="2026-06-16T10:31:31.987"/>
    <p1510:client id="{D654149A-9C27-499F-C4E5-382F4D743DC8}" v="4662" dt="2026-06-15T12:12:08.9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iha.shoaib" userId="S::w24025607@northumbria.ac.uk::62a5f9dd-7ac3-4502-a81c-edf1d52eecea" providerId="AD" clId="Web-{04F1AA0F-A333-6E01-381A-24143010F163}"/>
    <pc:docChg chg="addSld delSld modSld">
      <pc:chgData name="saliha.shoaib" userId="S::w24025607@northumbria.ac.uk::62a5f9dd-7ac3-4502-a81c-edf1d52eecea" providerId="AD" clId="Web-{04F1AA0F-A333-6E01-381A-24143010F163}" dt="2026-06-10T13:26:34.041" v="2386" actId="20577"/>
      <pc:docMkLst>
        <pc:docMk/>
      </pc:docMkLst>
      <pc:sldChg chg="modSp">
        <pc:chgData name="saliha.shoaib" userId="S::w24025607@northumbria.ac.uk::62a5f9dd-7ac3-4502-a81c-edf1d52eecea" providerId="AD" clId="Web-{04F1AA0F-A333-6E01-381A-24143010F163}" dt="2026-06-10T13:26:34.041" v="2386" actId="20577"/>
        <pc:sldMkLst>
          <pc:docMk/>
          <pc:sldMk cId="2763394477" sldId="256"/>
        </pc:sldMkLst>
        <pc:spChg chg="mod">
          <ac:chgData name="saliha.shoaib" userId="S::w24025607@northumbria.ac.uk::62a5f9dd-7ac3-4502-a81c-edf1d52eecea" providerId="AD" clId="Web-{04F1AA0F-A333-6E01-381A-24143010F163}" dt="2026-06-10T12:55:27.875" v="9" actId="14100"/>
          <ac:spMkLst>
            <pc:docMk/>
            <pc:sldMk cId="2763394477" sldId="256"/>
            <ac:spMk id="2" creationId="{2B620B40-BFF5-4FA6-11F1-D290909F8E8D}"/>
          </ac:spMkLst>
        </pc:spChg>
        <pc:spChg chg="mod">
          <ac:chgData name="saliha.shoaib" userId="S::w24025607@northumbria.ac.uk::62a5f9dd-7ac3-4502-a81c-edf1d52eecea" providerId="AD" clId="Web-{04F1AA0F-A333-6E01-381A-24143010F163}" dt="2026-06-10T13:26:34.041" v="2386" actId="20577"/>
          <ac:spMkLst>
            <pc:docMk/>
            <pc:sldMk cId="2763394477" sldId="256"/>
            <ac:spMk id="3" creationId="{D8C2F390-84CA-142D-54AD-AF569A3C80AA}"/>
          </ac:spMkLst>
        </pc:spChg>
      </pc:sldChg>
      <pc:sldChg chg="add replId">
        <pc:chgData name="saliha.shoaib" userId="S::w24025607@northumbria.ac.uk::62a5f9dd-7ac3-4502-a81c-edf1d52eecea" providerId="AD" clId="Web-{04F1AA0F-A333-6E01-381A-24143010F163}" dt="2026-06-10T12:55:34.984" v="11"/>
        <pc:sldMkLst>
          <pc:docMk/>
          <pc:sldMk cId="1974616386" sldId="266"/>
        </pc:sldMkLst>
      </pc:sldChg>
      <pc:sldChg chg="add replId">
        <pc:chgData name="saliha.shoaib" userId="S::w24025607@northumbria.ac.uk::62a5f9dd-7ac3-4502-a81c-edf1d52eecea" providerId="AD" clId="Web-{04F1AA0F-A333-6E01-381A-24143010F163}" dt="2026-06-10T12:55:35.984" v="12"/>
        <pc:sldMkLst>
          <pc:docMk/>
          <pc:sldMk cId="3945038860" sldId="267"/>
        </pc:sldMkLst>
      </pc:sldChg>
      <pc:sldChg chg="add replId">
        <pc:chgData name="saliha.shoaib" userId="S::w24025607@northumbria.ac.uk::62a5f9dd-7ac3-4502-a81c-edf1d52eecea" providerId="AD" clId="Web-{04F1AA0F-A333-6E01-381A-24143010F163}" dt="2026-06-10T12:55:36.812" v="13"/>
        <pc:sldMkLst>
          <pc:docMk/>
          <pc:sldMk cId="1992283526" sldId="268"/>
        </pc:sldMkLst>
      </pc:sldChg>
      <pc:sldChg chg="add replId">
        <pc:chgData name="saliha.shoaib" userId="S::w24025607@northumbria.ac.uk::62a5f9dd-7ac3-4502-a81c-edf1d52eecea" providerId="AD" clId="Web-{04F1AA0F-A333-6E01-381A-24143010F163}" dt="2026-06-10T12:55:36.859" v="14"/>
        <pc:sldMkLst>
          <pc:docMk/>
          <pc:sldMk cId="1204467325" sldId="269"/>
        </pc:sldMkLst>
      </pc:sldChg>
      <pc:sldChg chg="add replId">
        <pc:chgData name="saliha.shoaib" userId="S::w24025607@northumbria.ac.uk::62a5f9dd-7ac3-4502-a81c-edf1d52eecea" providerId="AD" clId="Web-{04F1AA0F-A333-6E01-381A-24143010F163}" dt="2026-06-10T12:55:36.937" v="15"/>
        <pc:sldMkLst>
          <pc:docMk/>
          <pc:sldMk cId="2568569488" sldId="270"/>
        </pc:sldMkLst>
      </pc:sldChg>
      <pc:sldChg chg="add replId">
        <pc:chgData name="saliha.shoaib" userId="S::w24025607@northumbria.ac.uk::62a5f9dd-7ac3-4502-a81c-edf1d52eecea" providerId="AD" clId="Web-{04F1AA0F-A333-6E01-381A-24143010F163}" dt="2026-06-10T12:55:37.047" v="16"/>
        <pc:sldMkLst>
          <pc:docMk/>
          <pc:sldMk cId="3358164963" sldId="271"/>
        </pc:sldMkLst>
      </pc:sldChg>
      <pc:sldChg chg="add replId">
        <pc:chgData name="saliha.shoaib" userId="S::w24025607@northumbria.ac.uk::62a5f9dd-7ac3-4502-a81c-edf1d52eecea" providerId="AD" clId="Web-{04F1AA0F-A333-6E01-381A-24143010F163}" dt="2026-06-10T12:55:37.203" v="17"/>
        <pc:sldMkLst>
          <pc:docMk/>
          <pc:sldMk cId="3260152668" sldId="272"/>
        </pc:sldMkLst>
      </pc:sldChg>
      <pc:sldChg chg="add replId">
        <pc:chgData name="saliha.shoaib" userId="S::w24025607@northumbria.ac.uk::62a5f9dd-7ac3-4502-a81c-edf1d52eecea" providerId="AD" clId="Web-{04F1AA0F-A333-6E01-381A-24143010F163}" dt="2026-06-10T12:55:38.250" v="18"/>
        <pc:sldMkLst>
          <pc:docMk/>
          <pc:sldMk cId="1955888063" sldId="273"/>
        </pc:sldMkLst>
      </pc:sldChg>
      <pc:sldChg chg="add replId">
        <pc:chgData name="saliha.shoaib" userId="S::w24025607@northumbria.ac.uk::62a5f9dd-7ac3-4502-a81c-edf1d52eecea" providerId="AD" clId="Web-{04F1AA0F-A333-6E01-381A-24143010F163}" dt="2026-06-10T12:55:38.719" v="19"/>
        <pc:sldMkLst>
          <pc:docMk/>
          <pc:sldMk cId="825357469" sldId="274"/>
        </pc:sldMkLst>
      </pc:sldChg>
    </pc:docChg>
  </pc:docChgLst>
  <pc:docChgLst>
    <pc:chgData name="saliha.shoaib" userId="S::w24025607@northumbria.ac.uk::62a5f9dd-7ac3-4502-a81c-edf1d52eecea" providerId="AD" clId="Web-{3849F054-ACEE-B748-61DF-DE918A44E03D}"/>
    <pc:docChg chg="modSld">
      <pc:chgData name="saliha.shoaib" userId="S::w24025607@northumbria.ac.uk::62a5f9dd-7ac3-4502-a81c-edf1d52eecea" providerId="AD" clId="Web-{3849F054-ACEE-B748-61DF-DE918A44E03D}" dt="2026-06-12T07:23:47.473" v="3094" actId="20577"/>
      <pc:docMkLst>
        <pc:docMk/>
      </pc:docMkLst>
      <pc:sldChg chg="modSp">
        <pc:chgData name="saliha.shoaib" userId="S::w24025607@northumbria.ac.uk::62a5f9dd-7ac3-4502-a81c-edf1d52eecea" providerId="AD" clId="Web-{3849F054-ACEE-B748-61DF-DE918A44E03D}" dt="2026-06-12T06:49:45.203" v="467" actId="20577"/>
        <pc:sldMkLst>
          <pc:docMk/>
          <pc:sldMk cId="1974616386" sldId="266"/>
        </pc:sldMkLst>
        <pc:spChg chg="mod">
          <ac:chgData name="saliha.shoaib" userId="S::w24025607@northumbria.ac.uk::62a5f9dd-7ac3-4502-a81c-edf1d52eecea" providerId="AD" clId="Web-{3849F054-ACEE-B748-61DF-DE918A44E03D}" dt="2026-06-12T06:49:45.203" v="467" actId="20577"/>
          <ac:spMkLst>
            <pc:docMk/>
            <pc:sldMk cId="1974616386" sldId="266"/>
            <ac:spMk id="3" creationId="{56445A8A-FB8E-C175-7F4F-916A74A01EED}"/>
          </ac:spMkLst>
        </pc:spChg>
      </pc:sldChg>
      <pc:sldChg chg="modSp">
        <pc:chgData name="saliha.shoaib" userId="S::w24025607@northumbria.ac.uk::62a5f9dd-7ac3-4502-a81c-edf1d52eecea" providerId="AD" clId="Web-{3849F054-ACEE-B748-61DF-DE918A44E03D}" dt="2026-06-12T06:50:00.469" v="478" actId="20577"/>
        <pc:sldMkLst>
          <pc:docMk/>
          <pc:sldMk cId="3945038860" sldId="267"/>
        </pc:sldMkLst>
        <pc:spChg chg="mod">
          <ac:chgData name="saliha.shoaib" userId="S::w24025607@northumbria.ac.uk::62a5f9dd-7ac3-4502-a81c-edf1d52eecea" providerId="AD" clId="Web-{3849F054-ACEE-B748-61DF-DE918A44E03D}" dt="2026-06-12T06:50:00.469" v="478" actId="20577"/>
          <ac:spMkLst>
            <pc:docMk/>
            <pc:sldMk cId="3945038860" sldId="267"/>
            <ac:spMk id="3" creationId="{03E78E70-7653-746B-5FD1-8F612339C583}"/>
          </ac:spMkLst>
        </pc:spChg>
      </pc:sldChg>
      <pc:sldChg chg="modSp">
        <pc:chgData name="saliha.shoaib" userId="S::w24025607@northumbria.ac.uk::62a5f9dd-7ac3-4502-a81c-edf1d52eecea" providerId="AD" clId="Web-{3849F054-ACEE-B748-61DF-DE918A44E03D}" dt="2026-06-12T06:59:59.826" v="1037" actId="20577"/>
        <pc:sldMkLst>
          <pc:docMk/>
          <pc:sldMk cId="1992283526" sldId="268"/>
        </pc:sldMkLst>
        <pc:spChg chg="mod">
          <ac:chgData name="saliha.shoaib" userId="S::w24025607@northumbria.ac.uk::62a5f9dd-7ac3-4502-a81c-edf1d52eecea" providerId="AD" clId="Web-{3849F054-ACEE-B748-61DF-DE918A44E03D}" dt="2026-06-12T06:59:59.826" v="1037" actId="20577"/>
          <ac:spMkLst>
            <pc:docMk/>
            <pc:sldMk cId="1992283526" sldId="268"/>
            <ac:spMk id="3" creationId="{B83D98C4-7D3F-A4BB-E995-E2F09134DE3F}"/>
          </ac:spMkLst>
        </pc:spChg>
      </pc:sldChg>
      <pc:sldChg chg="modSp">
        <pc:chgData name="saliha.shoaib" userId="S::w24025607@northumbria.ac.uk::62a5f9dd-7ac3-4502-a81c-edf1d52eecea" providerId="AD" clId="Web-{3849F054-ACEE-B748-61DF-DE918A44E03D}" dt="2026-06-12T07:09:45.526" v="1766" actId="20577"/>
        <pc:sldMkLst>
          <pc:docMk/>
          <pc:sldMk cId="1204467325" sldId="269"/>
        </pc:sldMkLst>
        <pc:spChg chg="mod">
          <ac:chgData name="saliha.shoaib" userId="S::w24025607@northumbria.ac.uk::62a5f9dd-7ac3-4502-a81c-edf1d52eecea" providerId="AD" clId="Web-{3849F054-ACEE-B748-61DF-DE918A44E03D}" dt="2026-06-12T07:09:45.526" v="1766" actId="20577"/>
          <ac:spMkLst>
            <pc:docMk/>
            <pc:sldMk cId="1204467325" sldId="269"/>
            <ac:spMk id="3" creationId="{DD446EE4-703E-3AED-9AB8-0781921889E3}"/>
          </ac:spMkLst>
        </pc:spChg>
      </pc:sldChg>
      <pc:sldChg chg="modSp">
        <pc:chgData name="saliha.shoaib" userId="S::w24025607@northumbria.ac.uk::62a5f9dd-7ac3-4502-a81c-edf1d52eecea" providerId="AD" clId="Web-{3849F054-ACEE-B748-61DF-DE918A44E03D}" dt="2026-06-12T07:17:31.205" v="2497" actId="20577"/>
        <pc:sldMkLst>
          <pc:docMk/>
          <pc:sldMk cId="2568569488" sldId="270"/>
        </pc:sldMkLst>
        <pc:spChg chg="mod">
          <ac:chgData name="saliha.shoaib" userId="S::w24025607@northumbria.ac.uk::62a5f9dd-7ac3-4502-a81c-edf1d52eecea" providerId="AD" clId="Web-{3849F054-ACEE-B748-61DF-DE918A44E03D}" dt="2026-06-12T07:17:31.205" v="2497" actId="20577"/>
          <ac:spMkLst>
            <pc:docMk/>
            <pc:sldMk cId="2568569488" sldId="270"/>
            <ac:spMk id="3" creationId="{306E0F65-AADB-6689-B2DC-E6642E8277DD}"/>
          </ac:spMkLst>
        </pc:spChg>
      </pc:sldChg>
      <pc:sldChg chg="modSp">
        <pc:chgData name="saliha.shoaib" userId="S::w24025607@northumbria.ac.uk::62a5f9dd-7ac3-4502-a81c-edf1d52eecea" providerId="AD" clId="Web-{3849F054-ACEE-B748-61DF-DE918A44E03D}" dt="2026-06-12T07:23:47.473" v="3094" actId="20577"/>
        <pc:sldMkLst>
          <pc:docMk/>
          <pc:sldMk cId="3358164963" sldId="271"/>
        </pc:sldMkLst>
        <pc:spChg chg="mod">
          <ac:chgData name="saliha.shoaib" userId="S::w24025607@northumbria.ac.uk::62a5f9dd-7ac3-4502-a81c-edf1d52eecea" providerId="AD" clId="Web-{3849F054-ACEE-B748-61DF-DE918A44E03D}" dt="2026-06-12T07:23:47.473" v="3094" actId="20577"/>
          <ac:spMkLst>
            <pc:docMk/>
            <pc:sldMk cId="3358164963" sldId="271"/>
            <ac:spMk id="3" creationId="{B24B09E5-3236-0B17-633C-E116060DF362}"/>
          </ac:spMkLst>
        </pc:spChg>
      </pc:sldChg>
    </pc:docChg>
  </pc:docChgLst>
  <pc:docChgLst>
    <pc:chgData name="saliha.shoaib" userId="S::w24025607@northumbria.ac.uk::62a5f9dd-7ac3-4502-a81c-edf1d52eecea" providerId="AD" clId="Web-{2CCC9E82-E1C1-4281-2526-AD5F8D7E00B2}"/>
    <pc:docChg chg="modSld">
      <pc:chgData name="saliha.shoaib" userId="S::w24025607@northumbria.ac.uk::62a5f9dd-7ac3-4502-a81c-edf1d52eecea" providerId="AD" clId="Web-{2CCC9E82-E1C1-4281-2526-AD5F8D7E00B2}" dt="2026-06-15T21:49:33.852" v="170" actId="1076"/>
      <pc:docMkLst>
        <pc:docMk/>
      </pc:docMkLst>
      <pc:sldChg chg="addSp modSp">
        <pc:chgData name="saliha.shoaib" userId="S::w24025607@northumbria.ac.uk::62a5f9dd-7ac3-4502-a81c-edf1d52eecea" providerId="AD" clId="Web-{2CCC9E82-E1C1-4281-2526-AD5F8D7E00B2}" dt="2026-06-15T21:49:33.852" v="170" actId="1076"/>
        <pc:sldMkLst>
          <pc:docMk/>
          <pc:sldMk cId="2568569488" sldId="270"/>
        </pc:sldMkLst>
        <pc:spChg chg="mod">
          <ac:chgData name="saliha.shoaib" userId="S::w24025607@northumbria.ac.uk::62a5f9dd-7ac3-4502-a81c-edf1d52eecea" providerId="AD" clId="Web-{2CCC9E82-E1C1-4281-2526-AD5F8D7E00B2}" dt="2026-06-15T21:47:27.843" v="165" actId="20577"/>
          <ac:spMkLst>
            <pc:docMk/>
            <pc:sldMk cId="2568569488" sldId="270"/>
            <ac:spMk id="3" creationId="{306E0F65-AADB-6689-B2DC-E6642E8277DD}"/>
          </ac:spMkLst>
        </pc:spChg>
        <pc:picChg chg="add mod">
          <ac:chgData name="saliha.shoaib" userId="S::w24025607@northumbria.ac.uk::62a5f9dd-7ac3-4502-a81c-edf1d52eecea" providerId="AD" clId="Web-{2CCC9E82-E1C1-4281-2526-AD5F8D7E00B2}" dt="2026-06-15T21:49:33.852" v="170" actId="1076"/>
          <ac:picMkLst>
            <pc:docMk/>
            <pc:sldMk cId="2568569488" sldId="270"/>
            <ac:picMk id="4" creationId="{CDEBF2FD-B44D-224E-F41D-BF40C148370A}"/>
          </ac:picMkLst>
        </pc:picChg>
      </pc:sldChg>
    </pc:docChg>
  </pc:docChgLst>
  <pc:docChgLst>
    <pc:chgData clId="Web-{5CAC4DCD-5D37-1A36-E2CF-AAD91ADEBC3A}"/>
    <pc:docChg chg="modSld">
      <pc:chgData name="" userId="" providerId="" clId="Web-{5CAC4DCD-5D37-1A36-E2CF-AAD91ADEBC3A}" dt="2026-06-10T08:15:03.220" v="7" actId="14100"/>
      <pc:docMkLst>
        <pc:docMk/>
      </pc:docMkLst>
      <pc:sldChg chg="modSp">
        <pc:chgData name="" userId="" providerId="" clId="Web-{5CAC4DCD-5D37-1A36-E2CF-AAD91ADEBC3A}" dt="2026-06-10T08:15:03.220" v="7" actId="14100"/>
        <pc:sldMkLst>
          <pc:docMk/>
          <pc:sldMk cId="2763394477" sldId="256"/>
        </pc:sldMkLst>
        <pc:spChg chg="mod">
          <ac:chgData name="" userId="" providerId="" clId="Web-{5CAC4DCD-5D37-1A36-E2CF-AAD91ADEBC3A}" dt="2026-06-10T08:15:03.220" v="7" actId="14100"/>
          <ac:spMkLst>
            <pc:docMk/>
            <pc:sldMk cId="2763394477" sldId="256"/>
            <ac:spMk id="2" creationId="{2B620B40-BFF5-4FA6-11F1-D290909F8E8D}"/>
          </ac:spMkLst>
        </pc:spChg>
      </pc:sldChg>
    </pc:docChg>
  </pc:docChgLst>
  <pc:docChgLst>
    <pc:chgData name="saliha.shoaib" userId="S::w24025607@northumbria.ac.uk::62a5f9dd-7ac3-4502-a81c-edf1d52eecea" providerId="AD" clId="Web-{37D94202-3717-F448-6083-0B9EA6E616A2}"/>
    <pc:docChg chg="addSld modSld sldOrd">
      <pc:chgData name="saliha.shoaib" userId="S::w24025607@northumbria.ac.uk::62a5f9dd-7ac3-4502-a81c-edf1d52eecea" providerId="AD" clId="Web-{37D94202-3717-F448-6083-0B9EA6E616A2}" dt="2026-06-14T21:11:07.391" v="926" actId="1076"/>
      <pc:docMkLst>
        <pc:docMk/>
      </pc:docMkLst>
      <pc:sldChg chg="modSp ord">
        <pc:chgData name="saliha.shoaib" userId="S::w24025607@northumbria.ac.uk::62a5f9dd-7ac3-4502-a81c-edf1d52eecea" providerId="AD" clId="Web-{37D94202-3717-F448-6083-0B9EA6E616A2}" dt="2026-06-14T20:40:25.569" v="803" actId="20577"/>
        <pc:sldMkLst>
          <pc:docMk/>
          <pc:sldMk cId="2763394477" sldId="256"/>
        </pc:sldMkLst>
        <pc:spChg chg="mod">
          <ac:chgData name="saliha.shoaib" userId="S::w24025607@northumbria.ac.uk::62a5f9dd-7ac3-4502-a81c-edf1d52eecea" providerId="AD" clId="Web-{37D94202-3717-F448-6083-0B9EA6E616A2}" dt="2026-06-14T20:40:25.569" v="803" actId="20577"/>
          <ac:spMkLst>
            <pc:docMk/>
            <pc:sldMk cId="2763394477" sldId="256"/>
            <ac:spMk id="3" creationId="{D8C2F390-84CA-142D-54AD-AF569A3C80AA}"/>
          </ac:spMkLst>
        </pc:spChg>
      </pc:sldChg>
      <pc:sldChg chg="addSp delSp modSp ord">
        <pc:chgData name="saliha.shoaib" userId="S::w24025607@northumbria.ac.uk::62a5f9dd-7ac3-4502-a81c-edf1d52eecea" providerId="AD" clId="Web-{37D94202-3717-F448-6083-0B9EA6E616A2}" dt="2026-06-14T21:11:07.391" v="926" actId="1076"/>
        <pc:sldMkLst>
          <pc:docMk/>
          <pc:sldMk cId="1974616386" sldId="266"/>
        </pc:sldMkLst>
        <pc:spChg chg="mod">
          <ac:chgData name="saliha.shoaib" userId="S::w24025607@northumbria.ac.uk::62a5f9dd-7ac3-4502-a81c-edf1d52eecea" providerId="AD" clId="Web-{37D94202-3717-F448-6083-0B9EA6E616A2}" dt="2026-06-14T21:11:01.312" v="923" actId="20577"/>
          <ac:spMkLst>
            <pc:docMk/>
            <pc:sldMk cId="1974616386" sldId="266"/>
            <ac:spMk id="3" creationId="{56445A8A-FB8E-C175-7F4F-916A74A01EED}"/>
          </ac:spMkLst>
        </pc:spChg>
      </pc:sldChg>
      <pc:sldChg chg="addSp modSp ord">
        <pc:chgData name="saliha.shoaib" userId="S::w24025607@northumbria.ac.uk::62a5f9dd-7ac3-4502-a81c-edf1d52eecea" providerId="AD" clId="Web-{37D94202-3717-F448-6083-0B9EA6E616A2}" dt="2026-06-14T19:38:31.334" v="113" actId="20577"/>
        <pc:sldMkLst>
          <pc:docMk/>
          <pc:sldMk cId="3945038860" sldId="267"/>
        </pc:sldMkLst>
        <pc:spChg chg="mod">
          <ac:chgData name="saliha.shoaib" userId="S::w24025607@northumbria.ac.uk::62a5f9dd-7ac3-4502-a81c-edf1d52eecea" providerId="AD" clId="Web-{37D94202-3717-F448-6083-0B9EA6E616A2}" dt="2026-06-14T19:38:31.334" v="113" actId="20577"/>
          <ac:spMkLst>
            <pc:docMk/>
            <pc:sldMk cId="3945038860" sldId="267"/>
            <ac:spMk id="3" creationId="{03E78E70-7653-746B-5FD1-8F612339C583}"/>
          </ac:spMkLst>
        </pc:spChg>
      </pc:sldChg>
      <pc:sldChg chg="modSp ord">
        <pc:chgData name="saliha.shoaib" userId="S::w24025607@northumbria.ac.uk::62a5f9dd-7ac3-4502-a81c-edf1d52eecea" providerId="AD" clId="Web-{37D94202-3717-F448-6083-0B9EA6E616A2}" dt="2026-06-14T19:40:13.135" v="139" actId="20577"/>
        <pc:sldMkLst>
          <pc:docMk/>
          <pc:sldMk cId="1992283526" sldId="268"/>
        </pc:sldMkLst>
        <pc:spChg chg="mod">
          <ac:chgData name="saliha.shoaib" userId="S::w24025607@northumbria.ac.uk::62a5f9dd-7ac3-4502-a81c-edf1d52eecea" providerId="AD" clId="Web-{37D94202-3717-F448-6083-0B9EA6E616A2}" dt="2026-06-14T19:40:13.135" v="139" actId="20577"/>
          <ac:spMkLst>
            <pc:docMk/>
            <pc:sldMk cId="1992283526" sldId="268"/>
            <ac:spMk id="3" creationId="{B83D98C4-7D3F-A4BB-E995-E2F09134DE3F}"/>
          </ac:spMkLst>
        </pc:spChg>
      </pc:sldChg>
      <pc:sldChg chg="modSp ord">
        <pc:chgData name="saliha.shoaib" userId="S::w24025607@northumbria.ac.uk::62a5f9dd-7ac3-4502-a81c-edf1d52eecea" providerId="AD" clId="Web-{37D94202-3717-F448-6083-0B9EA6E616A2}" dt="2026-06-14T19:40:30.182" v="143" actId="20577"/>
        <pc:sldMkLst>
          <pc:docMk/>
          <pc:sldMk cId="1204467325" sldId="269"/>
        </pc:sldMkLst>
        <pc:spChg chg="mod">
          <ac:chgData name="saliha.shoaib" userId="S::w24025607@northumbria.ac.uk::62a5f9dd-7ac3-4502-a81c-edf1d52eecea" providerId="AD" clId="Web-{37D94202-3717-F448-6083-0B9EA6E616A2}" dt="2026-06-14T19:40:30.182" v="143" actId="20577"/>
          <ac:spMkLst>
            <pc:docMk/>
            <pc:sldMk cId="1204467325" sldId="269"/>
            <ac:spMk id="3" creationId="{DD446EE4-703E-3AED-9AB8-0781921889E3}"/>
          </ac:spMkLst>
        </pc:spChg>
      </pc:sldChg>
      <pc:sldChg chg="modSp">
        <pc:chgData name="saliha.shoaib" userId="S::w24025607@northumbria.ac.uk::62a5f9dd-7ac3-4502-a81c-edf1d52eecea" providerId="AD" clId="Web-{37D94202-3717-F448-6083-0B9EA6E616A2}" dt="2026-06-14T19:42:00.529" v="160" actId="20577"/>
        <pc:sldMkLst>
          <pc:docMk/>
          <pc:sldMk cId="2568569488" sldId="270"/>
        </pc:sldMkLst>
        <pc:spChg chg="mod">
          <ac:chgData name="saliha.shoaib" userId="S::w24025607@northumbria.ac.uk::62a5f9dd-7ac3-4502-a81c-edf1d52eecea" providerId="AD" clId="Web-{37D94202-3717-F448-6083-0B9EA6E616A2}" dt="2026-06-14T19:42:00.529" v="160" actId="20577"/>
          <ac:spMkLst>
            <pc:docMk/>
            <pc:sldMk cId="2568569488" sldId="270"/>
            <ac:spMk id="3" creationId="{306E0F65-AADB-6689-B2DC-E6642E8277DD}"/>
          </ac:spMkLst>
        </pc:spChg>
      </pc:sldChg>
      <pc:sldChg chg="addSp delSp modSp mod ord modClrScheme modShow chgLayout">
        <pc:chgData name="saliha.shoaib" userId="S::w24025607@northumbria.ac.uk::62a5f9dd-7ac3-4502-a81c-edf1d52eecea" providerId="AD" clId="Web-{37D94202-3717-F448-6083-0B9EA6E616A2}" dt="2026-06-14T21:00:44.601" v="859" actId="20577"/>
        <pc:sldMkLst>
          <pc:docMk/>
          <pc:sldMk cId="3260152668" sldId="272"/>
        </pc:sldMkLst>
        <pc:spChg chg="mod ord">
          <ac:chgData name="saliha.shoaib" userId="S::w24025607@northumbria.ac.uk::62a5f9dd-7ac3-4502-a81c-edf1d52eecea" providerId="AD" clId="Web-{37D94202-3717-F448-6083-0B9EA6E616A2}" dt="2026-06-14T19:59:30.492" v="681" actId="20577"/>
          <ac:spMkLst>
            <pc:docMk/>
            <pc:sldMk cId="3260152668" sldId="272"/>
            <ac:spMk id="2" creationId="{C4C2A2A1-4573-86FC-2B40-A2E2041AF8D1}"/>
          </ac:spMkLst>
        </pc:spChg>
        <pc:spChg chg="mod ord">
          <ac:chgData name="saliha.shoaib" userId="S::w24025607@northumbria.ac.uk::62a5f9dd-7ac3-4502-a81c-edf1d52eecea" providerId="AD" clId="Web-{37D94202-3717-F448-6083-0B9EA6E616A2}" dt="2026-06-14T21:00:44.601" v="859" actId="20577"/>
          <ac:spMkLst>
            <pc:docMk/>
            <pc:sldMk cId="3260152668" sldId="272"/>
            <ac:spMk id="3" creationId="{665E3766-8568-E74B-0622-656912511055}"/>
          </ac:spMkLst>
        </pc:spChg>
        <pc:picChg chg="add mod modCrop">
          <ac:chgData name="saliha.shoaib" userId="S::w24025607@northumbria.ac.uk::62a5f9dd-7ac3-4502-a81c-edf1d52eecea" providerId="AD" clId="Web-{37D94202-3717-F448-6083-0B9EA6E616A2}" dt="2026-06-14T21:00:31.960" v="856" actId="1076"/>
          <ac:picMkLst>
            <pc:docMk/>
            <pc:sldMk cId="3260152668" sldId="272"/>
            <ac:picMk id="6" creationId="{AA9574CC-5E07-023E-2BE1-1D1B1FEADA3F}"/>
          </ac:picMkLst>
        </pc:picChg>
      </pc:sldChg>
      <pc:sldChg chg="modSp ord">
        <pc:chgData name="saliha.shoaib" userId="S::w24025607@northumbria.ac.uk::62a5f9dd-7ac3-4502-a81c-edf1d52eecea" providerId="AD" clId="Web-{37D94202-3717-F448-6083-0B9EA6E616A2}" dt="2026-06-14T19:39:46.587" v="134" actId="20577"/>
        <pc:sldMkLst>
          <pc:docMk/>
          <pc:sldMk cId="1955888063" sldId="273"/>
        </pc:sldMkLst>
        <pc:spChg chg="mod">
          <ac:chgData name="saliha.shoaib" userId="S::w24025607@northumbria.ac.uk::62a5f9dd-7ac3-4502-a81c-edf1d52eecea" providerId="AD" clId="Web-{37D94202-3717-F448-6083-0B9EA6E616A2}" dt="2026-06-14T19:30:38.157" v="30" actId="20577"/>
          <ac:spMkLst>
            <pc:docMk/>
            <pc:sldMk cId="1955888063" sldId="273"/>
            <ac:spMk id="2" creationId="{386516DD-CD08-3157-141C-9B7D414BBDDB}"/>
          </ac:spMkLst>
        </pc:spChg>
        <pc:spChg chg="mod">
          <ac:chgData name="saliha.shoaib" userId="S::w24025607@northumbria.ac.uk::62a5f9dd-7ac3-4502-a81c-edf1d52eecea" providerId="AD" clId="Web-{37D94202-3717-F448-6083-0B9EA6E616A2}" dt="2026-06-14T19:39:46.587" v="134" actId="20577"/>
          <ac:spMkLst>
            <pc:docMk/>
            <pc:sldMk cId="1955888063" sldId="273"/>
            <ac:spMk id="3" creationId="{ABA52FAD-3E7E-42FA-B2A7-73A4CF49F8D0}"/>
          </ac:spMkLst>
        </pc:spChg>
      </pc:sldChg>
      <pc:sldChg chg="modSp ord">
        <pc:chgData name="saliha.shoaib" userId="S::w24025607@northumbria.ac.uk::62a5f9dd-7ac3-4502-a81c-edf1d52eecea" providerId="AD" clId="Web-{37D94202-3717-F448-6083-0B9EA6E616A2}" dt="2026-06-14T20:45:55.983" v="804"/>
        <pc:sldMkLst>
          <pc:docMk/>
          <pc:sldMk cId="825357469" sldId="274"/>
        </pc:sldMkLst>
        <pc:spChg chg="mod">
          <ac:chgData name="saliha.shoaib" userId="S::w24025607@northumbria.ac.uk::62a5f9dd-7ac3-4502-a81c-edf1d52eecea" providerId="AD" clId="Web-{37D94202-3717-F448-6083-0B9EA6E616A2}" dt="2026-06-14T20:38:49.035" v="771" actId="20577"/>
          <ac:spMkLst>
            <pc:docMk/>
            <pc:sldMk cId="825357469" sldId="274"/>
            <ac:spMk id="3" creationId="{28DB54A0-BCBA-73A5-2421-D8BFBC6EE71A}"/>
          </ac:spMkLst>
        </pc:spChg>
      </pc:sldChg>
    </pc:docChg>
  </pc:docChgLst>
  <pc:docChgLst>
    <pc:chgData name="saliha.shoaib" userId="S::w24025607@northumbria.ac.uk::62a5f9dd-7ac3-4502-a81c-edf1d52eecea" providerId="AD" clId="Web-{5CAC4DCD-5D37-1A36-E2CF-AAD91ADEBC3A}"/>
    <pc:docChg chg="modSld">
      <pc:chgData name="saliha.shoaib" userId="S::w24025607@northumbria.ac.uk::62a5f9dd-7ac3-4502-a81c-edf1d52eecea" providerId="AD" clId="Web-{5CAC4DCD-5D37-1A36-E2CF-AAD91ADEBC3A}" dt="2026-06-10T08:17:44.998" v="25" actId="20577"/>
      <pc:docMkLst>
        <pc:docMk/>
      </pc:docMkLst>
      <pc:sldChg chg="modSp">
        <pc:chgData name="saliha.shoaib" userId="S::w24025607@northumbria.ac.uk::62a5f9dd-7ac3-4502-a81c-edf1d52eecea" providerId="AD" clId="Web-{5CAC4DCD-5D37-1A36-E2CF-AAD91ADEBC3A}" dt="2026-06-10T08:17:44.998" v="25" actId="20577"/>
        <pc:sldMkLst>
          <pc:docMk/>
          <pc:sldMk cId="2763394477" sldId="256"/>
        </pc:sldMkLst>
        <pc:spChg chg="mod">
          <ac:chgData name="saliha.shoaib" userId="S::w24025607@northumbria.ac.uk::62a5f9dd-7ac3-4502-a81c-edf1d52eecea" providerId="AD" clId="Web-{5CAC4DCD-5D37-1A36-E2CF-AAD91ADEBC3A}" dt="2026-06-10T08:15:43.473" v="12" actId="20577"/>
          <ac:spMkLst>
            <pc:docMk/>
            <pc:sldMk cId="2763394477" sldId="256"/>
            <ac:spMk id="2" creationId="{2B620B40-BFF5-4FA6-11F1-D290909F8E8D}"/>
          </ac:spMkLst>
        </pc:spChg>
        <pc:spChg chg="mod">
          <ac:chgData name="saliha.shoaib" userId="S::w24025607@northumbria.ac.uk::62a5f9dd-7ac3-4502-a81c-edf1d52eecea" providerId="AD" clId="Web-{5CAC4DCD-5D37-1A36-E2CF-AAD91ADEBC3A}" dt="2026-06-10T08:17:44.998" v="25" actId="20577"/>
          <ac:spMkLst>
            <pc:docMk/>
            <pc:sldMk cId="2763394477" sldId="256"/>
            <ac:spMk id="3" creationId="{D8C2F390-84CA-142D-54AD-AF569A3C80AA}"/>
          </ac:spMkLst>
        </pc:spChg>
      </pc:sldChg>
    </pc:docChg>
  </pc:docChgLst>
  <pc:docChgLst>
    <pc:chgData name="saliha.shoaib" userId="S::w24025607@northumbria.ac.uk::62a5f9dd-7ac3-4502-a81c-edf1d52eecea" providerId="AD" clId="Web-{D654149A-9C27-499F-C4E5-382F4D743DC8}"/>
    <pc:docChg chg="modSld">
      <pc:chgData name="saliha.shoaib" userId="S::w24025607@northumbria.ac.uk::62a5f9dd-7ac3-4502-a81c-edf1d52eecea" providerId="AD" clId="Web-{D654149A-9C27-499F-C4E5-382F4D743DC8}" dt="2026-06-15T12:12:08.997" v="4645" actId="20577"/>
      <pc:docMkLst>
        <pc:docMk/>
      </pc:docMkLst>
      <pc:sldChg chg="modSp">
        <pc:chgData name="saliha.shoaib" userId="S::w24025607@northumbria.ac.uk::62a5f9dd-7ac3-4502-a81c-edf1d52eecea" providerId="AD" clId="Web-{D654149A-9C27-499F-C4E5-382F4D743DC8}" dt="2026-06-15T12:11:45.746" v="4643" actId="20577"/>
        <pc:sldMkLst>
          <pc:docMk/>
          <pc:sldMk cId="2763394477" sldId="256"/>
        </pc:sldMkLst>
        <pc:spChg chg="mod">
          <ac:chgData name="saliha.shoaib" userId="S::w24025607@northumbria.ac.uk::62a5f9dd-7ac3-4502-a81c-edf1d52eecea" providerId="AD" clId="Web-{D654149A-9C27-499F-C4E5-382F4D743DC8}" dt="2026-06-15T12:11:40.589" v="4640" actId="20577"/>
          <ac:spMkLst>
            <pc:docMk/>
            <pc:sldMk cId="2763394477" sldId="256"/>
            <ac:spMk id="2" creationId="{2B620B40-BFF5-4FA6-11F1-D290909F8E8D}"/>
          </ac:spMkLst>
        </pc:spChg>
        <pc:spChg chg="mod">
          <ac:chgData name="saliha.shoaib" userId="S::w24025607@northumbria.ac.uk::62a5f9dd-7ac3-4502-a81c-edf1d52eecea" providerId="AD" clId="Web-{D654149A-9C27-499F-C4E5-382F4D743DC8}" dt="2026-06-15T12:11:45.746" v="4643" actId="20577"/>
          <ac:spMkLst>
            <pc:docMk/>
            <pc:sldMk cId="2763394477" sldId="256"/>
            <ac:spMk id="3" creationId="{D8C2F390-84CA-142D-54AD-AF569A3C80AA}"/>
          </ac:spMkLst>
        </pc:spChg>
      </pc:sldChg>
      <pc:sldChg chg="addSp delSp modSp">
        <pc:chgData name="saliha.shoaib" userId="S::w24025607@northumbria.ac.uk::62a5f9dd-7ac3-4502-a81c-edf1d52eecea" providerId="AD" clId="Web-{D654149A-9C27-499F-C4E5-382F4D743DC8}" dt="2026-06-15T11:30:36.115" v="4298" actId="20577"/>
        <pc:sldMkLst>
          <pc:docMk/>
          <pc:sldMk cId="1974616386" sldId="266"/>
        </pc:sldMkLst>
        <pc:spChg chg="mod">
          <ac:chgData name="saliha.shoaib" userId="S::w24025607@northumbria.ac.uk::62a5f9dd-7ac3-4502-a81c-edf1d52eecea" providerId="AD" clId="Web-{D654149A-9C27-499F-C4E5-382F4D743DC8}" dt="2026-06-15T11:30:36.115" v="4298" actId="20577"/>
          <ac:spMkLst>
            <pc:docMk/>
            <pc:sldMk cId="1974616386" sldId="266"/>
            <ac:spMk id="2" creationId="{06A8E482-1682-CDF4-3A49-456522A40797}"/>
          </ac:spMkLst>
        </pc:spChg>
        <pc:spChg chg="mod">
          <ac:chgData name="saliha.shoaib" userId="S::w24025607@northumbria.ac.uk::62a5f9dd-7ac3-4502-a81c-edf1d52eecea" providerId="AD" clId="Web-{D654149A-9C27-499F-C4E5-382F4D743DC8}" dt="2026-06-15T08:47:35.215" v="2455" actId="20577"/>
          <ac:spMkLst>
            <pc:docMk/>
            <pc:sldMk cId="1974616386" sldId="266"/>
            <ac:spMk id="3" creationId="{56445A8A-FB8E-C175-7F4F-916A74A01EED}"/>
          </ac:spMkLst>
        </pc:spChg>
        <pc:picChg chg="add mod">
          <ac:chgData name="saliha.shoaib" userId="S::w24025607@northumbria.ac.uk::62a5f9dd-7ac3-4502-a81c-edf1d52eecea" providerId="AD" clId="Web-{D654149A-9C27-499F-C4E5-382F4D743DC8}" dt="2026-06-15T07:19:48.528" v="842" actId="1076"/>
          <ac:picMkLst>
            <pc:docMk/>
            <pc:sldMk cId="1974616386" sldId="266"/>
            <ac:picMk id="4" creationId="{0323D1D1-1615-DDD4-270F-016A803B87FF}"/>
          </ac:picMkLst>
        </pc:picChg>
        <pc:picChg chg="del mod">
          <ac:chgData name="saliha.shoaib" userId="S::w24025607@northumbria.ac.uk::62a5f9dd-7ac3-4502-a81c-edf1d52eecea" providerId="AD" clId="Web-{D654149A-9C27-499F-C4E5-382F4D743DC8}" dt="2026-06-15T06:15:31.711" v="1"/>
          <ac:picMkLst>
            <pc:docMk/>
            <pc:sldMk cId="1974616386" sldId="266"/>
            <ac:picMk id="6" creationId="{E6BCFF97-1CDB-6029-82E6-06A42AF7BC0F}"/>
          </ac:picMkLst>
        </pc:picChg>
      </pc:sldChg>
      <pc:sldChg chg="addSp delSp modSp">
        <pc:chgData name="saliha.shoaib" userId="S::w24025607@northumbria.ac.uk::62a5f9dd-7ac3-4502-a81c-edf1d52eecea" providerId="AD" clId="Web-{D654149A-9C27-499F-C4E5-382F4D743DC8}" dt="2026-06-15T11:30:15.224" v="4287" actId="20577"/>
        <pc:sldMkLst>
          <pc:docMk/>
          <pc:sldMk cId="3945038860" sldId="267"/>
        </pc:sldMkLst>
        <pc:spChg chg="mod">
          <ac:chgData name="saliha.shoaib" userId="S::w24025607@northumbria.ac.uk::62a5f9dd-7ac3-4502-a81c-edf1d52eecea" providerId="AD" clId="Web-{D654149A-9C27-499F-C4E5-382F4D743DC8}" dt="2026-06-15T11:30:15.224" v="4287" actId="20577"/>
          <ac:spMkLst>
            <pc:docMk/>
            <pc:sldMk cId="3945038860" sldId="267"/>
            <ac:spMk id="2" creationId="{3EEA1BEA-24F3-77C3-BEBC-51AFC19ECD64}"/>
          </ac:spMkLst>
        </pc:spChg>
        <pc:spChg chg="mod">
          <ac:chgData name="saliha.shoaib" userId="S::w24025607@northumbria.ac.uk::62a5f9dd-7ac3-4502-a81c-edf1d52eecea" providerId="AD" clId="Web-{D654149A-9C27-499F-C4E5-382F4D743DC8}" dt="2026-06-15T08:55:20.733" v="2470" actId="20577"/>
          <ac:spMkLst>
            <pc:docMk/>
            <pc:sldMk cId="3945038860" sldId="267"/>
            <ac:spMk id="3" creationId="{03E78E70-7653-746B-5FD1-8F612339C583}"/>
          </ac:spMkLst>
        </pc:spChg>
        <pc:picChg chg="del">
          <ac:chgData name="saliha.shoaib" userId="S::w24025607@northumbria.ac.uk::62a5f9dd-7ac3-4502-a81c-edf1d52eecea" providerId="AD" clId="Web-{D654149A-9C27-499F-C4E5-382F4D743DC8}" dt="2026-06-15T08:31:36.272" v="2014"/>
          <ac:picMkLst>
            <pc:docMk/>
            <pc:sldMk cId="3945038860" sldId="267"/>
            <ac:picMk id="4" creationId="{0E682CFF-C568-07CC-2F50-21BF36D58B9A}"/>
          </ac:picMkLst>
        </pc:picChg>
        <pc:picChg chg="add del mod">
          <ac:chgData name="saliha.shoaib" userId="S::w24025607@northumbria.ac.uk::62a5f9dd-7ac3-4502-a81c-edf1d52eecea" providerId="AD" clId="Web-{D654149A-9C27-499F-C4E5-382F4D743DC8}" dt="2026-06-15T08:55:18.092" v="2469"/>
          <ac:picMkLst>
            <pc:docMk/>
            <pc:sldMk cId="3945038860" sldId="267"/>
            <ac:picMk id="5" creationId="{BAA8A358-8253-A4AD-3483-D1E40D09174A}"/>
          </ac:picMkLst>
        </pc:picChg>
        <pc:picChg chg="add del mod">
          <ac:chgData name="saliha.shoaib" userId="S::w24025607@northumbria.ac.uk::62a5f9dd-7ac3-4502-a81c-edf1d52eecea" providerId="AD" clId="Web-{D654149A-9C27-499F-C4E5-382F4D743DC8}" dt="2026-06-15T08:50:33.597" v="2466"/>
          <ac:picMkLst>
            <pc:docMk/>
            <pc:sldMk cId="3945038860" sldId="267"/>
            <ac:picMk id="6" creationId="{4AD7B968-4AE3-B32F-4595-1D5D67540895}"/>
          </ac:picMkLst>
        </pc:picChg>
        <pc:picChg chg="add mod">
          <ac:chgData name="saliha.shoaib" userId="S::w24025607@northumbria.ac.uk::62a5f9dd-7ac3-4502-a81c-edf1d52eecea" providerId="AD" clId="Web-{D654149A-9C27-499F-C4E5-382F4D743DC8}" dt="2026-06-15T08:55:27.858" v="2474" actId="1076"/>
          <ac:picMkLst>
            <pc:docMk/>
            <pc:sldMk cId="3945038860" sldId="267"/>
            <ac:picMk id="7" creationId="{47AB2A98-DCB4-A550-F681-53B5B467905E}"/>
          </ac:picMkLst>
        </pc:picChg>
      </pc:sldChg>
      <pc:sldChg chg="addSp delSp modSp">
        <pc:chgData name="saliha.shoaib" userId="S::w24025607@northumbria.ac.uk::62a5f9dd-7ac3-4502-a81c-edf1d52eecea" providerId="AD" clId="Web-{D654149A-9C27-499F-C4E5-382F4D743DC8}" dt="2026-06-15T11:24:39.023" v="4275" actId="1076"/>
        <pc:sldMkLst>
          <pc:docMk/>
          <pc:sldMk cId="1992283526" sldId="268"/>
        </pc:sldMkLst>
        <pc:spChg chg="mod">
          <ac:chgData name="saliha.shoaib" userId="S::w24025607@northumbria.ac.uk::62a5f9dd-7ac3-4502-a81c-edf1d52eecea" providerId="AD" clId="Web-{D654149A-9C27-499F-C4E5-382F4D743DC8}" dt="2026-06-15T10:28:12.010" v="3579" actId="20577"/>
          <ac:spMkLst>
            <pc:docMk/>
            <pc:sldMk cId="1992283526" sldId="268"/>
            <ac:spMk id="2" creationId="{CB5D0919-37C5-FC47-F175-E9EED5094EFC}"/>
          </ac:spMkLst>
        </pc:spChg>
        <pc:spChg chg="mod">
          <ac:chgData name="saliha.shoaib" userId="S::w24025607@northumbria.ac.uk::62a5f9dd-7ac3-4502-a81c-edf1d52eecea" providerId="AD" clId="Web-{D654149A-9C27-499F-C4E5-382F4D743DC8}" dt="2026-06-15T11:07:16.246" v="4245" actId="20577"/>
          <ac:spMkLst>
            <pc:docMk/>
            <pc:sldMk cId="1992283526" sldId="268"/>
            <ac:spMk id="3" creationId="{B83D98C4-7D3F-A4BB-E995-E2F09134DE3F}"/>
          </ac:spMkLst>
        </pc:spChg>
        <pc:picChg chg="add del mod">
          <ac:chgData name="saliha.shoaib" userId="S::w24025607@northumbria.ac.uk::62a5f9dd-7ac3-4502-a81c-edf1d52eecea" providerId="AD" clId="Web-{D654149A-9C27-499F-C4E5-382F4D743DC8}" dt="2026-06-15T11:22:45.002" v="4254"/>
          <ac:picMkLst>
            <pc:docMk/>
            <pc:sldMk cId="1992283526" sldId="268"/>
            <ac:picMk id="4" creationId="{E5902093-0F0B-8E02-5B97-19CB1B93D8C4}"/>
          </ac:picMkLst>
        </pc:picChg>
        <pc:picChg chg="add mod modCrop">
          <ac:chgData name="saliha.shoaib" userId="S::w24025607@northumbria.ac.uk::62a5f9dd-7ac3-4502-a81c-edf1d52eecea" providerId="AD" clId="Web-{D654149A-9C27-499F-C4E5-382F4D743DC8}" dt="2026-06-15T11:24:39.023" v="4275" actId="1076"/>
          <ac:picMkLst>
            <pc:docMk/>
            <pc:sldMk cId="1992283526" sldId="268"/>
            <ac:picMk id="5" creationId="{5E5E2287-B727-A8FE-DE2A-DF97F4FAF3CA}"/>
          </ac:picMkLst>
        </pc:picChg>
        <pc:picChg chg="add mod">
          <ac:chgData name="saliha.shoaib" userId="S::w24025607@northumbria.ac.uk::62a5f9dd-7ac3-4502-a81c-edf1d52eecea" providerId="AD" clId="Web-{D654149A-9C27-499F-C4E5-382F4D743DC8}" dt="2026-06-15T11:24:23.553" v="4273" actId="1076"/>
          <ac:picMkLst>
            <pc:docMk/>
            <pc:sldMk cId="1992283526" sldId="268"/>
            <ac:picMk id="6" creationId="{1B47423C-77FE-D97B-4FE8-C83BEB48743B}"/>
          </ac:picMkLst>
        </pc:picChg>
      </pc:sldChg>
      <pc:sldChg chg="addSp delSp modSp">
        <pc:chgData name="saliha.shoaib" userId="S::w24025607@northumbria.ac.uk::62a5f9dd-7ac3-4502-a81c-edf1d52eecea" providerId="AD" clId="Web-{D654149A-9C27-499F-C4E5-382F4D743DC8}" dt="2026-06-15T11:54:18.251" v="4571" actId="1076"/>
        <pc:sldMkLst>
          <pc:docMk/>
          <pc:sldMk cId="1204467325" sldId="269"/>
        </pc:sldMkLst>
        <pc:spChg chg="mod">
          <ac:chgData name="saliha.shoaib" userId="S::w24025607@northumbria.ac.uk::62a5f9dd-7ac3-4502-a81c-edf1d52eecea" providerId="AD" clId="Web-{D654149A-9C27-499F-C4E5-382F4D743DC8}" dt="2026-06-15T11:32:41.745" v="4314" actId="20577"/>
          <ac:spMkLst>
            <pc:docMk/>
            <pc:sldMk cId="1204467325" sldId="269"/>
            <ac:spMk id="2" creationId="{2AB0BABB-0ACD-018C-E1B3-31EBEC6522C0}"/>
          </ac:spMkLst>
        </pc:spChg>
        <pc:spChg chg="mod">
          <ac:chgData name="saliha.shoaib" userId="S::w24025607@northumbria.ac.uk::62a5f9dd-7ac3-4502-a81c-edf1d52eecea" providerId="AD" clId="Web-{D654149A-9C27-499F-C4E5-382F4D743DC8}" dt="2026-06-15T11:40:16.170" v="4523" actId="20577"/>
          <ac:spMkLst>
            <pc:docMk/>
            <pc:sldMk cId="1204467325" sldId="269"/>
            <ac:spMk id="3" creationId="{DD446EE4-703E-3AED-9AB8-0781921889E3}"/>
          </ac:spMkLst>
        </pc:spChg>
        <pc:picChg chg="add mod modCrop">
          <ac:chgData name="saliha.shoaib" userId="S::w24025607@northumbria.ac.uk::62a5f9dd-7ac3-4502-a81c-edf1d52eecea" providerId="AD" clId="Web-{D654149A-9C27-499F-C4E5-382F4D743DC8}" dt="2026-06-15T11:54:18.251" v="4571" actId="1076"/>
          <ac:picMkLst>
            <pc:docMk/>
            <pc:sldMk cId="1204467325" sldId="269"/>
            <ac:picMk id="4" creationId="{8CF2730B-1A49-E134-6988-C1D61B381AD8}"/>
          </ac:picMkLst>
        </pc:picChg>
        <pc:picChg chg="add del mod">
          <ac:chgData name="saliha.shoaib" userId="S::w24025607@northumbria.ac.uk::62a5f9dd-7ac3-4502-a81c-edf1d52eecea" providerId="AD" clId="Web-{D654149A-9C27-499F-C4E5-382F4D743DC8}" dt="2026-06-15T11:53:37.155" v="4563"/>
          <ac:picMkLst>
            <pc:docMk/>
            <pc:sldMk cId="1204467325" sldId="269"/>
            <ac:picMk id="5" creationId="{B5571C6D-6D63-0FAD-D339-2B5A7A27534A}"/>
          </ac:picMkLst>
        </pc:picChg>
        <pc:picChg chg="add mod">
          <ac:chgData name="saliha.shoaib" userId="S::w24025607@northumbria.ac.uk::62a5f9dd-7ac3-4502-a81c-edf1d52eecea" providerId="AD" clId="Web-{D654149A-9C27-499F-C4E5-382F4D743DC8}" dt="2026-06-15T11:53:56.375" v="4568" actId="1076"/>
          <ac:picMkLst>
            <pc:docMk/>
            <pc:sldMk cId="1204467325" sldId="269"/>
            <ac:picMk id="6" creationId="{38ED4560-8CD1-4D1C-E0BF-C4EC2FD4AF1B}"/>
          </ac:picMkLst>
        </pc:picChg>
      </pc:sldChg>
      <pc:sldChg chg="modSp">
        <pc:chgData name="saliha.shoaib" userId="S::w24025607@northumbria.ac.uk::62a5f9dd-7ac3-4502-a81c-edf1d52eecea" providerId="AD" clId="Web-{D654149A-9C27-499F-C4E5-382F4D743DC8}" dt="2026-06-15T12:12:08.997" v="4645" actId="20577"/>
        <pc:sldMkLst>
          <pc:docMk/>
          <pc:sldMk cId="2568569488" sldId="270"/>
        </pc:sldMkLst>
        <pc:spChg chg="mod">
          <ac:chgData name="saliha.shoaib" userId="S::w24025607@northumbria.ac.uk::62a5f9dd-7ac3-4502-a81c-edf1d52eecea" providerId="AD" clId="Web-{D654149A-9C27-499F-C4E5-382F4D743DC8}" dt="2026-06-15T12:10:05.242" v="4585" actId="20577"/>
          <ac:spMkLst>
            <pc:docMk/>
            <pc:sldMk cId="2568569488" sldId="270"/>
            <ac:spMk id="2" creationId="{1F63E4DD-77A2-E5CE-AAC5-B98460D444D9}"/>
          </ac:spMkLst>
        </pc:spChg>
        <pc:spChg chg="mod">
          <ac:chgData name="saliha.shoaib" userId="S::w24025607@northumbria.ac.uk::62a5f9dd-7ac3-4502-a81c-edf1d52eecea" providerId="AD" clId="Web-{D654149A-9C27-499F-C4E5-382F4D743DC8}" dt="2026-06-15T12:12:08.997" v="4645" actId="20577"/>
          <ac:spMkLst>
            <pc:docMk/>
            <pc:sldMk cId="2568569488" sldId="270"/>
            <ac:spMk id="3" creationId="{306E0F65-AADB-6689-B2DC-E6642E8277DD}"/>
          </ac:spMkLst>
        </pc:spChg>
      </pc:sldChg>
      <pc:sldChg chg="modSp">
        <pc:chgData name="saliha.shoaib" userId="S::w24025607@northumbria.ac.uk::62a5f9dd-7ac3-4502-a81c-edf1d52eecea" providerId="AD" clId="Web-{D654149A-9C27-499F-C4E5-382F4D743DC8}" dt="2026-06-15T12:10:53.306" v="4623" actId="20577"/>
        <pc:sldMkLst>
          <pc:docMk/>
          <pc:sldMk cId="3358164963" sldId="271"/>
        </pc:sldMkLst>
        <pc:spChg chg="mod">
          <ac:chgData name="saliha.shoaib" userId="S::w24025607@northumbria.ac.uk::62a5f9dd-7ac3-4502-a81c-edf1d52eecea" providerId="AD" clId="Web-{D654149A-9C27-499F-C4E5-382F4D743DC8}" dt="2026-06-15T12:10:53.306" v="4623" actId="20577"/>
          <ac:spMkLst>
            <pc:docMk/>
            <pc:sldMk cId="3358164963" sldId="271"/>
            <ac:spMk id="2" creationId="{705AADEC-E1B8-7204-D3C4-AAB165063BB1}"/>
          </ac:spMkLst>
        </pc:spChg>
        <pc:spChg chg="mod">
          <ac:chgData name="saliha.shoaib" userId="S::w24025607@northumbria.ac.uk::62a5f9dd-7ac3-4502-a81c-edf1d52eecea" providerId="AD" clId="Web-{D654149A-9C27-499F-C4E5-382F4D743DC8}" dt="2026-06-15T12:10:45.712" v="4621" actId="20577"/>
          <ac:spMkLst>
            <pc:docMk/>
            <pc:sldMk cId="3358164963" sldId="271"/>
            <ac:spMk id="3" creationId="{B24B09E5-3236-0B17-633C-E116060DF362}"/>
          </ac:spMkLst>
        </pc:spChg>
      </pc:sldChg>
      <pc:sldChg chg="modSp">
        <pc:chgData name="saliha.shoaib" userId="S::w24025607@northumbria.ac.uk::62a5f9dd-7ac3-4502-a81c-edf1d52eecea" providerId="AD" clId="Web-{D654149A-9C27-499F-C4E5-382F4D743DC8}" dt="2026-06-15T11:30:48.100" v="4305" actId="20577"/>
        <pc:sldMkLst>
          <pc:docMk/>
          <pc:sldMk cId="3260152668" sldId="272"/>
        </pc:sldMkLst>
        <pc:spChg chg="mod">
          <ac:chgData name="saliha.shoaib" userId="S::w24025607@northumbria.ac.uk::62a5f9dd-7ac3-4502-a81c-edf1d52eecea" providerId="AD" clId="Web-{D654149A-9C27-499F-C4E5-382F4D743DC8}" dt="2026-06-15T11:30:48.100" v="4305" actId="20577"/>
          <ac:spMkLst>
            <pc:docMk/>
            <pc:sldMk cId="3260152668" sldId="272"/>
            <ac:spMk id="2" creationId="{C4C2A2A1-4573-86FC-2B40-A2E2041AF8D1}"/>
          </ac:spMkLst>
        </pc:spChg>
        <pc:spChg chg="mod">
          <ac:chgData name="saliha.shoaib" userId="S::w24025607@northumbria.ac.uk::62a5f9dd-7ac3-4502-a81c-edf1d52eecea" providerId="AD" clId="Web-{D654149A-9C27-499F-C4E5-382F4D743DC8}" dt="2026-06-15T08:47:11.698" v="2453" actId="20577"/>
          <ac:spMkLst>
            <pc:docMk/>
            <pc:sldMk cId="3260152668" sldId="272"/>
            <ac:spMk id="3" creationId="{665E3766-8568-E74B-0622-656912511055}"/>
          </ac:spMkLst>
        </pc:spChg>
        <pc:picChg chg="mod">
          <ac:chgData name="saliha.shoaib" userId="S::w24025607@northumbria.ac.uk::62a5f9dd-7ac3-4502-a81c-edf1d52eecea" providerId="AD" clId="Web-{D654149A-9C27-499F-C4E5-382F4D743DC8}" dt="2026-06-15T06:59:17.325" v="416" actId="1076"/>
          <ac:picMkLst>
            <pc:docMk/>
            <pc:sldMk cId="3260152668" sldId="272"/>
            <ac:picMk id="6" creationId="{AA9574CC-5E07-023E-2BE1-1D1B1FEADA3F}"/>
          </ac:picMkLst>
        </pc:picChg>
      </pc:sldChg>
      <pc:sldChg chg="addSp modSp">
        <pc:chgData name="saliha.shoaib" userId="S::w24025607@northumbria.ac.uk::62a5f9dd-7ac3-4502-a81c-edf1d52eecea" providerId="AD" clId="Web-{D654149A-9C27-499F-C4E5-382F4D743DC8}" dt="2026-06-15T10:27:10.961" v="3567" actId="20577"/>
        <pc:sldMkLst>
          <pc:docMk/>
          <pc:sldMk cId="1955888063" sldId="273"/>
        </pc:sldMkLst>
        <pc:spChg chg="mod">
          <ac:chgData name="saliha.shoaib" userId="S::w24025607@northumbria.ac.uk::62a5f9dd-7ac3-4502-a81c-edf1d52eecea" providerId="AD" clId="Web-{D654149A-9C27-499F-C4E5-382F4D743DC8}" dt="2026-06-15T08:56:25.485" v="2477" actId="20577"/>
          <ac:spMkLst>
            <pc:docMk/>
            <pc:sldMk cId="1955888063" sldId="273"/>
            <ac:spMk id="2" creationId="{386516DD-CD08-3157-141C-9B7D414BBDDB}"/>
          </ac:spMkLst>
        </pc:spChg>
        <pc:spChg chg="mod">
          <ac:chgData name="saliha.shoaib" userId="S::w24025607@northumbria.ac.uk::62a5f9dd-7ac3-4502-a81c-edf1d52eecea" providerId="AD" clId="Web-{D654149A-9C27-499F-C4E5-382F4D743DC8}" dt="2026-06-15T10:27:10.961" v="3567" actId="20577"/>
          <ac:spMkLst>
            <pc:docMk/>
            <pc:sldMk cId="1955888063" sldId="273"/>
            <ac:spMk id="3" creationId="{ABA52FAD-3E7E-42FA-B2A7-73A4CF49F8D0}"/>
          </ac:spMkLst>
        </pc:spChg>
        <pc:picChg chg="add mod modCrop">
          <ac:chgData name="saliha.shoaib" userId="S::w24025607@northumbria.ac.uk::62a5f9dd-7ac3-4502-a81c-edf1d52eecea" providerId="AD" clId="Web-{D654149A-9C27-499F-C4E5-382F4D743DC8}" dt="2026-06-15T10:25:49.364" v="3563" actId="1076"/>
          <ac:picMkLst>
            <pc:docMk/>
            <pc:sldMk cId="1955888063" sldId="273"/>
            <ac:picMk id="4" creationId="{2B4FF723-6526-193C-9F9A-2C78DE1FEB97}"/>
          </ac:picMkLst>
        </pc:picChg>
        <pc:picChg chg="add mod modCrop">
          <ac:chgData name="saliha.shoaib" userId="S::w24025607@northumbria.ac.uk::62a5f9dd-7ac3-4502-a81c-edf1d52eecea" providerId="AD" clId="Web-{D654149A-9C27-499F-C4E5-382F4D743DC8}" dt="2026-06-15T10:25:49.364" v="3564" actId="1076"/>
          <ac:picMkLst>
            <pc:docMk/>
            <pc:sldMk cId="1955888063" sldId="273"/>
            <ac:picMk id="5" creationId="{750DAD3B-F3C3-5837-1178-5D3831C46AB5}"/>
          </ac:picMkLst>
        </pc:picChg>
      </pc:sldChg>
      <pc:sldChg chg="addSp delSp modSp">
        <pc:chgData name="saliha.shoaib" userId="S::w24025607@northumbria.ac.uk::62a5f9dd-7ac3-4502-a81c-edf1d52eecea" providerId="AD" clId="Web-{D654149A-9C27-499F-C4E5-382F4D743DC8}" dt="2026-06-15T11:30:23.693" v="4291" actId="20577"/>
        <pc:sldMkLst>
          <pc:docMk/>
          <pc:sldMk cId="825357469" sldId="274"/>
        </pc:sldMkLst>
        <pc:spChg chg="mod">
          <ac:chgData name="saliha.shoaib" userId="S::w24025607@northumbria.ac.uk::62a5f9dd-7ac3-4502-a81c-edf1d52eecea" providerId="AD" clId="Web-{D654149A-9C27-499F-C4E5-382F4D743DC8}" dt="2026-06-15T11:30:23.693" v="4291" actId="20577"/>
          <ac:spMkLst>
            <pc:docMk/>
            <pc:sldMk cId="825357469" sldId="274"/>
            <ac:spMk id="2" creationId="{A66D4F83-26F0-B946-7B13-91DFD5CC9B2A}"/>
          </ac:spMkLst>
        </pc:spChg>
        <pc:spChg chg="mod">
          <ac:chgData name="saliha.shoaib" userId="S::w24025607@northumbria.ac.uk::62a5f9dd-7ac3-4502-a81c-edf1d52eecea" providerId="AD" clId="Web-{D654149A-9C27-499F-C4E5-382F4D743DC8}" dt="2026-06-15T08:47:53.059" v="2458" actId="20577"/>
          <ac:spMkLst>
            <pc:docMk/>
            <pc:sldMk cId="825357469" sldId="274"/>
            <ac:spMk id="3" creationId="{28DB54A0-BCBA-73A5-2421-D8BFBC6EE71A}"/>
          </ac:spMkLst>
        </pc:spChg>
        <pc:picChg chg="add del mod">
          <ac:chgData name="saliha.shoaib" userId="S::w24025607@northumbria.ac.uk::62a5f9dd-7ac3-4502-a81c-edf1d52eecea" providerId="AD" clId="Web-{D654149A-9C27-499F-C4E5-382F4D743DC8}" dt="2026-06-15T08:10:27.754" v="1712"/>
          <ac:picMkLst>
            <pc:docMk/>
            <pc:sldMk cId="825357469" sldId="274"/>
            <ac:picMk id="4" creationId="{1CC6489B-CB93-08DF-F126-F0ABD05BB792}"/>
          </ac:picMkLst>
        </pc:picChg>
        <pc:picChg chg="add mod">
          <ac:chgData name="saliha.shoaib" userId="S::w24025607@northumbria.ac.uk::62a5f9dd-7ac3-4502-a81c-edf1d52eecea" providerId="AD" clId="Web-{D654149A-9C27-499F-C4E5-382F4D743DC8}" dt="2026-06-15T08:11:16.303" v="1721" actId="1076"/>
          <ac:picMkLst>
            <pc:docMk/>
            <pc:sldMk cId="825357469" sldId="274"/>
            <ac:picMk id="5" creationId="{6670C383-950B-47D1-FA08-BD0BD0DF41AA}"/>
          </ac:picMkLst>
        </pc:picChg>
      </pc:sldChg>
      <pc:sldChg chg="modSp">
        <pc:chgData name="saliha.shoaib" userId="S::w24025607@northumbria.ac.uk::62a5f9dd-7ac3-4502-a81c-edf1d52eecea" providerId="AD" clId="Web-{D654149A-9C27-499F-C4E5-382F4D743DC8}" dt="2026-06-15T12:11:22.011" v="4630" actId="20577"/>
        <pc:sldMkLst>
          <pc:docMk/>
          <pc:sldMk cId="3394926659" sldId="275"/>
        </pc:sldMkLst>
        <pc:spChg chg="mod">
          <ac:chgData name="saliha.shoaib" userId="S::w24025607@northumbria.ac.uk::62a5f9dd-7ac3-4502-a81c-edf1d52eecea" providerId="AD" clId="Web-{D654149A-9C27-499F-C4E5-382F4D743DC8}" dt="2026-06-15T12:11:12.088" v="4629" actId="20577"/>
          <ac:spMkLst>
            <pc:docMk/>
            <pc:sldMk cId="3394926659" sldId="275"/>
            <ac:spMk id="2" creationId="{0D349259-B04B-03B0-240A-298D3E5655A0}"/>
          </ac:spMkLst>
        </pc:spChg>
        <pc:spChg chg="mod">
          <ac:chgData name="saliha.shoaib" userId="S::w24025607@northumbria.ac.uk::62a5f9dd-7ac3-4502-a81c-edf1d52eecea" providerId="AD" clId="Web-{D654149A-9C27-499F-C4E5-382F4D743DC8}" dt="2026-06-15T12:11:22.011" v="4630" actId="20577"/>
          <ac:spMkLst>
            <pc:docMk/>
            <pc:sldMk cId="3394926659" sldId="275"/>
            <ac:spMk id="3" creationId="{2BD91D1D-1706-6D69-2EC2-10027AD543EF}"/>
          </ac:spMkLst>
        </pc:spChg>
      </pc:sldChg>
    </pc:docChg>
  </pc:docChgLst>
  <pc:docChgLst>
    <pc:chgData name="saliha.shoaib" userId="S::w24025607@northumbria.ac.uk::62a5f9dd-7ac3-4502-a81c-edf1d52eecea" providerId="AD" clId="Web-{C4202C83-CEF7-D3FC-789F-5D4A9365AD17}"/>
    <pc:docChg chg="addSld delSld modSld">
      <pc:chgData name="saliha.shoaib" userId="S::w24025607@northumbria.ac.uk::62a5f9dd-7ac3-4502-a81c-edf1d52eecea" providerId="AD" clId="Web-{C4202C83-CEF7-D3FC-789F-5D4A9365AD17}" dt="2026-06-16T10:31:31.987" v="2616" actId="1076"/>
      <pc:docMkLst>
        <pc:docMk/>
      </pc:docMkLst>
      <pc:sldChg chg="addSp modSp">
        <pc:chgData name="saliha.shoaib" userId="S::w24025607@northumbria.ac.uk::62a5f9dd-7ac3-4502-a81c-edf1d52eecea" providerId="AD" clId="Web-{C4202C83-CEF7-D3FC-789F-5D4A9365AD17}" dt="2026-06-16T09:53:02.449" v="2513" actId="1076"/>
        <pc:sldMkLst>
          <pc:docMk/>
          <pc:sldMk cId="2763394477" sldId="256"/>
        </pc:sldMkLst>
        <pc:spChg chg="mod">
          <ac:chgData name="saliha.shoaib" userId="S::w24025607@northumbria.ac.uk::62a5f9dd-7ac3-4502-a81c-edf1d52eecea" providerId="AD" clId="Web-{C4202C83-CEF7-D3FC-789F-5D4A9365AD17}" dt="2026-06-16T09:40:33.900" v="2095" actId="20577"/>
          <ac:spMkLst>
            <pc:docMk/>
            <pc:sldMk cId="2763394477" sldId="256"/>
            <ac:spMk id="2" creationId="{2B620B40-BFF5-4FA6-11F1-D290909F8E8D}"/>
          </ac:spMkLst>
        </pc:spChg>
        <pc:spChg chg="mod">
          <ac:chgData name="saliha.shoaib" userId="S::w24025607@northumbria.ac.uk::62a5f9dd-7ac3-4502-a81c-edf1d52eecea" providerId="AD" clId="Web-{C4202C83-CEF7-D3FC-789F-5D4A9365AD17}" dt="2026-06-16T09:51:03.774" v="2489" actId="20577"/>
          <ac:spMkLst>
            <pc:docMk/>
            <pc:sldMk cId="2763394477" sldId="256"/>
            <ac:spMk id="3" creationId="{D8C2F390-84CA-142D-54AD-AF569A3C80AA}"/>
          </ac:spMkLst>
        </pc:spChg>
        <pc:picChg chg="add mod">
          <ac:chgData name="saliha.shoaib" userId="S::w24025607@northumbria.ac.uk::62a5f9dd-7ac3-4502-a81c-edf1d52eecea" providerId="AD" clId="Web-{C4202C83-CEF7-D3FC-789F-5D4A9365AD17}" dt="2026-06-16T09:53:02.449" v="2513" actId="1076"/>
          <ac:picMkLst>
            <pc:docMk/>
            <pc:sldMk cId="2763394477" sldId="256"/>
            <ac:picMk id="4" creationId="{32AC5CCD-778D-418B-5ED7-987F92A059C1}"/>
          </ac:picMkLst>
        </pc:picChg>
        <pc:picChg chg="add mod">
          <ac:chgData name="saliha.shoaib" userId="S::w24025607@northumbria.ac.uk::62a5f9dd-7ac3-4502-a81c-edf1d52eecea" providerId="AD" clId="Web-{C4202C83-CEF7-D3FC-789F-5D4A9365AD17}" dt="2026-06-16T09:52:56.089" v="2510" actId="1076"/>
          <ac:picMkLst>
            <pc:docMk/>
            <pc:sldMk cId="2763394477" sldId="256"/>
            <ac:picMk id="5" creationId="{C92E25FF-A319-6A0F-9A9B-CEBEDD524DBE}"/>
          </ac:picMkLst>
        </pc:picChg>
      </pc:sldChg>
      <pc:sldChg chg="modSp">
        <pc:chgData name="saliha.shoaib" userId="S::w24025607@northumbria.ac.uk::62a5f9dd-7ac3-4502-a81c-edf1d52eecea" providerId="AD" clId="Web-{C4202C83-CEF7-D3FC-789F-5D4A9365AD17}" dt="2026-06-16T09:54:08.935" v="2521" actId="1076"/>
        <pc:sldMkLst>
          <pc:docMk/>
          <pc:sldMk cId="1974616386" sldId="266"/>
        </pc:sldMkLst>
        <pc:picChg chg="mod">
          <ac:chgData name="saliha.shoaib" userId="S::w24025607@northumbria.ac.uk::62a5f9dd-7ac3-4502-a81c-edf1d52eecea" providerId="AD" clId="Web-{C4202C83-CEF7-D3FC-789F-5D4A9365AD17}" dt="2026-06-16T09:54:08.935" v="2521" actId="1076"/>
          <ac:picMkLst>
            <pc:docMk/>
            <pc:sldMk cId="1974616386" sldId="266"/>
            <ac:picMk id="4" creationId="{0323D1D1-1615-DDD4-270F-016A803B87FF}"/>
          </ac:picMkLst>
        </pc:picChg>
      </pc:sldChg>
      <pc:sldChg chg="addSp delSp modSp">
        <pc:chgData name="saliha.shoaib" userId="S::w24025607@northumbria.ac.uk::62a5f9dd-7ac3-4502-a81c-edf1d52eecea" providerId="AD" clId="Web-{C4202C83-CEF7-D3FC-789F-5D4A9365AD17}" dt="2026-06-16T10:09:50.270" v="2566" actId="14100"/>
        <pc:sldMkLst>
          <pc:docMk/>
          <pc:sldMk cId="3945038860" sldId="267"/>
        </pc:sldMkLst>
        <pc:picChg chg="add mod">
          <ac:chgData name="saliha.shoaib" userId="S::w24025607@northumbria.ac.uk::62a5f9dd-7ac3-4502-a81c-edf1d52eecea" providerId="AD" clId="Web-{C4202C83-CEF7-D3FC-789F-5D4A9365AD17}" dt="2026-06-16T09:56:41.407" v="2539" actId="1076"/>
          <ac:picMkLst>
            <pc:docMk/>
            <pc:sldMk cId="3945038860" sldId="267"/>
            <ac:picMk id="4" creationId="{8E808814-7876-65C2-EF07-7920FF9F8446}"/>
          </ac:picMkLst>
        </pc:picChg>
        <pc:picChg chg="add del mod">
          <ac:chgData name="saliha.shoaib" userId="S::w24025607@northumbria.ac.uk::62a5f9dd-7ac3-4502-a81c-edf1d52eecea" providerId="AD" clId="Web-{C4202C83-CEF7-D3FC-789F-5D4A9365AD17}" dt="2026-06-16T10:09:35.801" v="2559"/>
          <ac:picMkLst>
            <pc:docMk/>
            <pc:sldMk cId="3945038860" sldId="267"/>
            <ac:picMk id="5" creationId="{57404A0D-2855-60C3-D166-2CF7266DD1A3}"/>
          </ac:picMkLst>
        </pc:picChg>
        <pc:picChg chg="add mod">
          <ac:chgData name="saliha.shoaib" userId="S::w24025607@northumbria.ac.uk::62a5f9dd-7ac3-4502-a81c-edf1d52eecea" providerId="AD" clId="Web-{C4202C83-CEF7-D3FC-789F-5D4A9365AD17}" dt="2026-06-16T10:09:50.270" v="2566" actId="14100"/>
          <ac:picMkLst>
            <pc:docMk/>
            <pc:sldMk cId="3945038860" sldId="267"/>
            <ac:picMk id="6" creationId="{5F7BB1E9-1B30-3B05-B6FC-6D6DFDDE77E0}"/>
          </ac:picMkLst>
        </pc:picChg>
        <pc:picChg chg="del mod">
          <ac:chgData name="saliha.shoaib" userId="S::w24025607@northumbria.ac.uk::62a5f9dd-7ac3-4502-a81c-edf1d52eecea" providerId="AD" clId="Web-{C4202C83-CEF7-D3FC-789F-5D4A9365AD17}" dt="2026-06-16T10:05:22.623" v="2554"/>
          <ac:picMkLst>
            <pc:docMk/>
            <pc:sldMk cId="3945038860" sldId="267"/>
            <ac:picMk id="7" creationId="{47AB2A98-DCB4-A550-F681-53B5B467905E}"/>
          </ac:picMkLst>
        </pc:picChg>
      </pc:sldChg>
      <pc:sldChg chg="addSp delSp modSp">
        <pc:chgData name="saliha.shoaib" userId="S::w24025607@northumbria.ac.uk::62a5f9dd-7ac3-4502-a81c-edf1d52eecea" providerId="AD" clId="Web-{C4202C83-CEF7-D3FC-789F-5D4A9365AD17}" dt="2026-06-16T10:25:24.448" v="2610" actId="1076"/>
        <pc:sldMkLst>
          <pc:docMk/>
          <pc:sldMk cId="1992283526" sldId="268"/>
        </pc:sldMkLst>
        <pc:picChg chg="add mod">
          <ac:chgData name="saliha.shoaib" userId="S::w24025607@northumbria.ac.uk::62a5f9dd-7ac3-4502-a81c-edf1d52eecea" providerId="AD" clId="Web-{C4202C83-CEF7-D3FC-789F-5D4A9365AD17}" dt="2026-06-16T10:03:03.901" v="2553" actId="1076"/>
          <ac:picMkLst>
            <pc:docMk/>
            <pc:sldMk cId="1992283526" sldId="268"/>
            <ac:picMk id="4" creationId="{CDD0FDA7-EAE2-F625-9651-332D7C8C8E8F}"/>
          </ac:picMkLst>
        </pc:picChg>
        <pc:picChg chg="del">
          <ac:chgData name="saliha.shoaib" userId="S::w24025607@northumbria.ac.uk::62a5f9dd-7ac3-4502-a81c-edf1d52eecea" providerId="AD" clId="Web-{C4202C83-CEF7-D3FC-789F-5D4A9365AD17}" dt="2026-06-16T10:02:32.619" v="2541"/>
          <ac:picMkLst>
            <pc:docMk/>
            <pc:sldMk cId="1992283526" sldId="268"/>
            <ac:picMk id="5" creationId="{5E5E2287-B727-A8FE-DE2A-DF97F4FAF3CA}"/>
          </ac:picMkLst>
        </pc:picChg>
        <pc:picChg chg="del">
          <ac:chgData name="saliha.shoaib" userId="S::w24025607@northumbria.ac.uk::62a5f9dd-7ac3-4502-a81c-edf1d52eecea" providerId="AD" clId="Web-{C4202C83-CEF7-D3FC-789F-5D4A9365AD17}" dt="2026-06-16T10:25:13.307" v="2606"/>
          <ac:picMkLst>
            <pc:docMk/>
            <pc:sldMk cId="1992283526" sldId="268"/>
            <ac:picMk id="6" creationId="{1B47423C-77FE-D97B-4FE8-C83BEB48743B}"/>
          </ac:picMkLst>
        </pc:picChg>
        <pc:picChg chg="add mod">
          <ac:chgData name="saliha.shoaib" userId="S::w24025607@northumbria.ac.uk::62a5f9dd-7ac3-4502-a81c-edf1d52eecea" providerId="AD" clId="Web-{C4202C83-CEF7-D3FC-789F-5D4A9365AD17}" dt="2026-06-16T10:25:24.448" v="2610" actId="1076"/>
          <ac:picMkLst>
            <pc:docMk/>
            <pc:sldMk cId="1992283526" sldId="268"/>
            <ac:picMk id="7" creationId="{CB9395A8-13E4-E0C1-1681-99AD5731F11D}"/>
          </ac:picMkLst>
        </pc:picChg>
      </pc:sldChg>
      <pc:sldChg chg="addSp delSp modSp">
        <pc:chgData name="saliha.shoaib" userId="S::w24025607@northumbria.ac.uk::62a5f9dd-7ac3-4502-a81c-edf1d52eecea" providerId="AD" clId="Web-{C4202C83-CEF7-D3FC-789F-5D4A9365AD17}" dt="2026-06-16T10:31:31.987" v="2616" actId="1076"/>
        <pc:sldMkLst>
          <pc:docMk/>
          <pc:sldMk cId="1204467325" sldId="269"/>
        </pc:sldMkLst>
        <pc:picChg chg="add mod">
          <ac:chgData name="saliha.shoaib" userId="S::w24025607@northumbria.ac.uk::62a5f9dd-7ac3-4502-a81c-edf1d52eecea" providerId="AD" clId="Web-{C4202C83-CEF7-D3FC-789F-5D4A9365AD17}" dt="2026-06-16T10:31:31.987" v="2616" actId="1076"/>
          <ac:picMkLst>
            <pc:docMk/>
            <pc:sldMk cId="1204467325" sldId="269"/>
            <ac:picMk id="5" creationId="{9AD7040F-4E71-8155-A591-71EF1C0A2734}"/>
          </ac:picMkLst>
        </pc:picChg>
        <pc:picChg chg="del">
          <ac:chgData name="saliha.shoaib" userId="S::w24025607@northumbria.ac.uk::62a5f9dd-7ac3-4502-a81c-edf1d52eecea" providerId="AD" clId="Web-{C4202C83-CEF7-D3FC-789F-5D4A9365AD17}" dt="2026-06-16T10:31:16.315" v="2611"/>
          <ac:picMkLst>
            <pc:docMk/>
            <pc:sldMk cId="1204467325" sldId="269"/>
            <ac:picMk id="6" creationId="{38ED4560-8CD1-4D1C-E0BF-C4EC2FD4AF1B}"/>
          </ac:picMkLst>
        </pc:picChg>
      </pc:sldChg>
      <pc:sldChg chg="addSp modSp">
        <pc:chgData name="saliha.shoaib" userId="S::w24025607@northumbria.ac.uk::62a5f9dd-7ac3-4502-a81c-edf1d52eecea" providerId="AD" clId="Web-{C4202C83-CEF7-D3FC-789F-5D4A9365AD17}" dt="2026-06-16T07:31:05.213" v="98" actId="1076"/>
        <pc:sldMkLst>
          <pc:docMk/>
          <pc:sldMk cId="2568569488" sldId="270"/>
        </pc:sldMkLst>
        <pc:spChg chg="mod">
          <ac:chgData name="saliha.shoaib" userId="S::w24025607@northumbria.ac.uk::62a5f9dd-7ac3-4502-a81c-edf1d52eecea" providerId="AD" clId="Web-{C4202C83-CEF7-D3FC-789F-5D4A9365AD17}" dt="2026-06-16T07:23:22.921" v="86" actId="20577"/>
          <ac:spMkLst>
            <pc:docMk/>
            <pc:sldMk cId="2568569488" sldId="270"/>
            <ac:spMk id="2" creationId="{1F63E4DD-77A2-E5CE-AAC5-B98460D444D9}"/>
          </ac:spMkLst>
        </pc:spChg>
        <pc:spChg chg="mod">
          <ac:chgData name="saliha.shoaib" userId="S::w24025607@northumbria.ac.uk::62a5f9dd-7ac3-4502-a81c-edf1d52eecea" providerId="AD" clId="Web-{C4202C83-CEF7-D3FC-789F-5D4A9365AD17}" dt="2026-06-16T07:05:23.239" v="83" actId="20577"/>
          <ac:spMkLst>
            <pc:docMk/>
            <pc:sldMk cId="2568569488" sldId="270"/>
            <ac:spMk id="3" creationId="{306E0F65-AADB-6689-B2DC-E6642E8277DD}"/>
          </ac:spMkLst>
        </pc:spChg>
        <pc:picChg chg="mod modCrop">
          <ac:chgData name="saliha.shoaib" userId="S::w24025607@northumbria.ac.uk::62a5f9dd-7ac3-4502-a81c-edf1d52eecea" providerId="AD" clId="Web-{C4202C83-CEF7-D3FC-789F-5D4A9365AD17}" dt="2026-06-16T07:05:31.458" v="84" actId="1076"/>
          <ac:picMkLst>
            <pc:docMk/>
            <pc:sldMk cId="2568569488" sldId="270"/>
            <ac:picMk id="4" creationId="{CDEBF2FD-B44D-224E-F41D-BF40C148370A}"/>
          </ac:picMkLst>
        </pc:picChg>
        <pc:picChg chg="add mod modCrop">
          <ac:chgData name="saliha.shoaib" userId="S::w24025607@northumbria.ac.uk::62a5f9dd-7ac3-4502-a81c-edf1d52eecea" providerId="AD" clId="Web-{C4202C83-CEF7-D3FC-789F-5D4A9365AD17}" dt="2026-06-16T07:31:05.213" v="98" actId="1076"/>
          <ac:picMkLst>
            <pc:docMk/>
            <pc:sldMk cId="2568569488" sldId="270"/>
            <ac:picMk id="5" creationId="{9DA08A6E-6DBB-0D0D-3CEC-ADA379A47380}"/>
          </ac:picMkLst>
        </pc:picChg>
      </pc:sldChg>
      <pc:sldChg chg="addSp delSp modSp">
        <pc:chgData name="saliha.shoaib" userId="S::w24025607@northumbria.ac.uk::62a5f9dd-7ac3-4502-a81c-edf1d52eecea" providerId="AD" clId="Web-{C4202C83-CEF7-D3FC-789F-5D4A9365AD17}" dt="2026-06-16T09:19:40.683" v="1716" actId="20577"/>
        <pc:sldMkLst>
          <pc:docMk/>
          <pc:sldMk cId="3358164963" sldId="271"/>
        </pc:sldMkLst>
        <pc:spChg chg="mod">
          <ac:chgData name="saliha.shoaib" userId="S::w24025607@northumbria.ac.uk::62a5f9dd-7ac3-4502-a81c-edf1d52eecea" providerId="AD" clId="Web-{C4202C83-CEF7-D3FC-789F-5D4A9365AD17}" dt="2026-06-16T09:19:40.683" v="1716" actId="20577"/>
          <ac:spMkLst>
            <pc:docMk/>
            <pc:sldMk cId="3358164963" sldId="271"/>
            <ac:spMk id="3" creationId="{B24B09E5-3236-0B17-633C-E116060DF362}"/>
          </ac:spMkLst>
        </pc:spChg>
        <pc:picChg chg="add del mod">
          <ac:chgData name="saliha.shoaib" userId="S::w24025607@northumbria.ac.uk::62a5f9dd-7ac3-4502-a81c-edf1d52eecea" providerId="AD" clId="Web-{C4202C83-CEF7-D3FC-789F-5D4A9365AD17}" dt="2026-06-16T08:28:51.675" v="1476"/>
          <ac:picMkLst>
            <pc:docMk/>
            <pc:sldMk cId="3358164963" sldId="271"/>
            <ac:picMk id="4" creationId="{136C1EA0-A958-B2C0-C211-4CA1D62ACD38}"/>
          </ac:picMkLst>
        </pc:picChg>
        <pc:picChg chg="add mod">
          <ac:chgData name="saliha.shoaib" userId="S::w24025607@northumbria.ac.uk::62a5f9dd-7ac3-4502-a81c-edf1d52eecea" providerId="AD" clId="Web-{C4202C83-CEF7-D3FC-789F-5D4A9365AD17}" dt="2026-06-16T08:29:20.771" v="1481" actId="1076"/>
          <ac:picMkLst>
            <pc:docMk/>
            <pc:sldMk cId="3358164963" sldId="271"/>
            <ac:picMk id="5" creationId="{79233627-97F5-B6CE-3274-E11A2602E670}"/>
          </ac:picMkLst>
        </pc:picChg>
      </pc:sldChg>
      <pc:sldChg chg="modSp">
        <pc:chgData name="saliha.shoaib" userId="S::w24025607@northumbria.ac.uk::62a5f9dd-7ac3-4502-a81c-edf1d52eecea" providerId="AD" clId="Web-{C4202C83-CEF7-D3FC-789F-5D4A9365AD17}" dt="2026-06-16T09:53:51.138" v="2519" actId="1076"/>
        <pc:sldMkLst>
          <pc:docMk/>
          <pc:sldMk cId="3260152668" sldId="272"/>
        </pc:sldMkLst>
        <pc:picChg chg="mod modCrop">
          <ac:chgData name="saliha.shoaib" userId="S::w24025607@northumbria.ac.uk::62a5f9dd-7ac3-4502-a81c-edf1d52eecea" providerId="AD" clId="Web-{C4202C83-CEF7-D3FC-789F-5D4A9365AD17}" dt="2026-06-16T09:53:51.138" v="2519" actId="1076"/>
          <ac:picMkLst>
            <pc:docMk/>
            <pc:sldMk cId="3260152668" sldId="272"/>
            <ac:picMk id="6" creationId="{AA9574CC-5E07-023E-2BE1-1D1B1FEADA3F}"/>
          </ac:picMkLst>
        </pc:picChg>
      </pc:sldChg>
      <pc:sldChg chg="addSp delSp modSp">
        <pc:chgData name="saliha.shoaib" userId="S::w24025607@northumbria.ac.uk::62a5f9dd-7ac3-4502-a81c-edf1d52eecea" providerId="AD" clId="Web-{C4202C83-CEF7-D3FC-789F-5D4A9365AD17}" dt="2026-06-16T10:23:04.351" v="2605" actId="1076"/>
        <pc:sldMkLst>
          <pc:docMk/>
          <pc:sldMk cId="1955888063" sldId="273"/>
        </pc:sldMkLst>
        <pc:spChg chg="mod">
          <ac:chgData name="saliha.shoaib" userId="S::w24025607@northumbria.ac.uk::62a5f9dd-7ac3-4502-a81c-edf1d52eecea" providerId="AD" clId="Web-{C4202C83-CEF7-D3FC-789F-5D4A9365AD17}" dt="2026-06-16T10:20:46.754" v="2567" actId="20577"/>
          <ac:spMkLst>
            <pc:docMk/>
            <pc:sldMk cId="1955888063" sldId="273"/>
            <ac:spMk id="3" creationId="{ABA52FAD-3E7E-42FA-B2A7-73A4CF49F8D0}"/>
          </ac:spMkLst>
        </pc:spChg>
        <pc:picChg chg="del mod">
          <ac:chgData name="saliha.shoaib" userId="S::w24025607@northumbria.ac.uk::62a5f9dd-7ac3-4502-a81c-edf1d52eecea" providerId="AD" clId="Web-{C4202C83-CEF7-D3FC-789F-5D4A9365AD17}" dt="2026-06-16T10:20:47.176" v="2568"/>
          <ac:picMkLst>
            <pc:docMk/>
            <pc:sldMk cId="1955888063" sldId="273"/>
            <ac:picMk id="4" creationId="{2B4FF723-6526-193C-9F9A-2C78DE1FEB97}"/>
          </ac:picMkLst>
        </pc:picChg>
        <pc:picChg chg="mod modCrop">
          <ac:chgData name="saliha.shoaib" userId="S::w24025607@northumbria.ac.uk::62a5f9dd-7ac3-4502-a81c-edf1d52eecea" providerId="AD" clId="Web-{C4202C83-CEF7-D3FC-789F-5D4A9365AD17}" dt="2026-06-16T10:22:59.601" v="2603" actId="1076"/>
          <ac:picMkLst>
            <pc:docMk/>
            <pc:sldMk cId="1955888063" sldId="273"/>
            <ac:picMk id="5" creationId="{750DAD3B-F3C3-5837-1178-5D3831C46AB5}"/>
          </ac:picMkLst>
        </pc:picChg>
        <pc:picChg chg="add mod ord modCrop">
          <ac:chgData name="saliha.shoaib" userId="S::w24025607@northumbria.ac.uk::62a5f9dd-7ac3-4502-a81c-edf1d52eecea" providerId="AD" clId="Web-{C4202C83-CEF7-D3FC-789F-5D4A9365AD17}" dt="2026-06-16T10:23:04.351" v="2605" actId="1076"/>
          <ac:picMkLst>
            <pc:docMk/>
            <pc:sldMk cId="1955888063" sldId="273"/>
            <ac:picMk id="6" creationId="{00BFBD6E-FF17-D531-3BF2-0537962B1E22}"/>
          </ac:picMkLst>
        </pc:picChg>
      </pc:sldChg>
      <pc:sldChg chg="modSp new del">
        <pc:chgData name="saliha.shoaib" userId="S::w24025607@northumbria.ac.uk::62a5f9dd-7ac3-4502-a81c-edf1d52eecea" providerId="AD" clId="Web-{C4202C83-CEF7-D3FC-789F-5D4A9365AD17}" dt="2026-06-16T09:53:28.168" v="2514"/>
        <pc:sldMkLst>
          <pc:docMk/>
          <pc:sldMk cId="2167524134" sldId="275"/>
        </pc:sldMkLst>
        <pc:spChg chg="mod">
          <ac:chgData name="saliha.shoaib" userId="S::w24025607@northumbria.ac.uk::62a5f9dd-7ac3-4502-a81c-edf1d52eecea" providerId="AD" clId="Web-{C4202C83-CEF7-D3FC-789F-5D4A9365AD17}" dt="2026-06-16T09:02:18.205" v="1491" actId="20577"/>
          <ac:spMkLst>
            <pc:docMk/>
            <pc:sldMk cId="2167524134" sldId="275"/>
            <ac:spMk id="3" creationId="{77838FE8-E12D-3A28-1D3B-BA6322E6925A}"/>
          </ac:spMkLst>
        </pc:spChg>
      </pc:sldChg>
      <pc:sldChg chg="modSp del">
        <pc:chgData name="saliha.shoaib" userId="S::w24025607@northumbria.ac.uk::62a5f9dd-7ac3-4502-a81c-edf1d52eecea" providerId="AD" clId="Web-{C4202C83-CEF7-D3FC-789F-5D4A9365AD17}" dt="2026-06-16T08:24:51.848" v="1461"/>
        <pc:sldMkLst>
          <pc:docMk/>
          <pc:sldMk cId="3394926659" sldId="275"/>
        </pc:sldMkLst>
        <pc:spChg chg="mod">
          <ac:chgData name="saliha.shoaib" userId="S::w24025607@northumbria.ac.uk::62a5f9dd-7ac3-4502-a81c-edf1d52eecea" providerId="AD" clId="Web-{C4202C83-CEF7-D3FC-789F-5D4A9365AD17}" dt="2026-06-16T08:24:34.239" v="1458" actId="20577"/>
          <ac:spMkLst>
            <pc:docMk/>
            <pc:sldMk cId="3394926659" sldId="275"/>
            <ac:spMk id="3" creationId="{2BD91D1D-1706-6D69-2EC2-10027AD543E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0888F-927F-A20F-8619-5AB7331B07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77A5888-FCE3-004E-4D8C-A91D30A542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F52B66A-2491-68F2-5935-415EC186F639}"/>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5" name="Footer Placeholder 4">
            <a:extLst>
              <a:ext uri="{FF2B5EF4-FFF2-40B4-BE49-F238E27FC236}">
                <a16:creationId xmlns:a16="http://schemas.microsoft.com/office/drawing/2014/main" id="{890D735A-F225-334F-D380-97E40A1718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D7F5DB0-0F76-5137-A7DF-91F302ABF46D}"/>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1286439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AC18D-747B-5FAB-D39E-5FEC91ACB2B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C8613D-7AD6-9EEF-6125-E9511F7E39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F215F7-8054-BE2F-229D-EF391A543E55}"/>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5" name="Footer Placeholder 4">
            <a:extLst>
              <a:ext uri="{FF2B5EF4-FFF2-40B4-BE49-F238E27FC236}">
                <a16:creationId xmlns:a16="http://schemas.microsoft.com/office/drawing/2014/main" id="{12AFAD95-3B4A-E07F-E60F-A52C04CB29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7D844A-1E9B-15F4-5672-D6F77DF27E7D}"/>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741064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EAF57-BBDF-1AF9-5642-D70E6888C8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BA8965-FC3D-377B-874E-85312DAEB5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C0E8B1-4F41-E921-80E3-6456456715B3}"/>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5" name="Footer Placeholder 4">
            <a:extLst>
              <a:ext uri="{FF2B5EF4-FFF2-40B4-BE49-F238E27FC236}">
                <a16:creationId xmlns:a16="http://schemas.microsoft.com/office/drawing/2014/main" id="{79346F0E-F31F-813D-8791-A996A45D6A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509638-22EF-6336-1F14-0BF99BB873B5}"/>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176692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007F4-787D-3558-B4FA-1674F43DF01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DA3CF9-35BB-2977-C31B-0A8B43147A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BDDEFB8-D690-81B2-7CC4-070FAB46EF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A4A84BA-8E4C-E5F2-9F82-E9AFA4677002}"/>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6" name="Footer Placeholder 5">
            <a:extLst>
              <a:ext uri="{FF2B5EF4-FFF2-40B4-BE49-F238E27FC236}">
                <a16:creationId xmlns:a16="http://schemas.microsoft.com/office/drawing/2014/main" id="{C3647937-8FA0-3818-9797-46D669462F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023ECB7-FAF4-5AE7-629A-2076C0CAC139}"/>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3162627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D2114-C52D-8FFB-294C-28383C7B714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47DB984-90FE-C8E1-812E-3240F802A8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D75495-AB8D-3553-A957-AFA84ADFE2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DBDA7B-8304-940A-4CFF-FEB59FA650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225F0-D5E2-A156-F3B3-A54A1EC2DA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A48F3C3-7477-8E2D-6203-FD0D07250322}"/>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8" name="Footer Placeholder 7">
            <a:extLst>
              <a:ext uri="{FF2B5EF4-FFF2-40B4-BE49-F238E27FC236}">
                <a16:creationId xmlns:a16="http://schemas.microsoft.com/office/drawing/2014/main" id="{C9C8BA93-DA93-FAE9-75C3-297E14C3F41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BBBABA5-A874-385D-5098-F596019C0BED}"/>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3303757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5093-5615-2AB9-5C8A-75B566674B0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3E5519D-8E7D-C2E2-9668-0206CFF1EBB8}"/>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4" name="Footer Placeholder 3">
            <a:extLst>
              <a:ext uri="{FF2B5EF4-FFF2-40B4-BE49-F238E27FC236}">
                <a16:creationId xmlns:a16="http://schemas.microsoft.com/office/drawing/2014/main" id="{3DDEA0FA-F351-FBCD-70B6-D85C7D5E95A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6874A3-0618-5083-1D4B-9D6C7A0C7523}"/>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1520696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98F441-3CDF-7D80-CBAC-763AB7E8BE41}"/>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3" name="Footer Placeholder 2">
            <a:extLst>
              <a:ext uri="{FF2B5EF4-FFF2-40B4-BE49-F238E27FC236}">
                <a16:creationId xmlns:a16="http://schemas.microsoft.com/office/drawing/2014/main" id="{3A6E9B8F-1BD5-9051-0872-A9A8BF5262C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140F514-230E-C519-C7A0-46ACFBC79A20}"/>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1144841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6C229-3D12-F17F-6FE9-567147338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3F00E0E-6728-F1B3-F996-6A42B4D992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E4B90F0-949C-08AF-B652-06E43BE2A9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E485B7-F5BA-7D7B-84FF-CED41F7F2A5B}"/>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6" name="Footer Placeholder 5">
            <a:extLst>
              <a:ext uri="{FF2B5EF4-FFF2-40B4-BE49-F238E27FC236}">
                <a16:creationId xmlns:a16="http://schemas.microsoft.com/office/drawing/2014/main" id="{3552EDD0-A55D-DC81-6358-07A3CCC9FA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F2E6168-04C7-9254-AD5B-BD665BDEF931}"/>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1689355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0B665-3A54-2236-9930-62F01858DE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680F825-BAE6-B74C-0E04-C9CB463FE3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A8CA9D0-FA07-90F5-6F50-00A686BB58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7229A-44A3-CACE-0C40-D123EA727990}"/>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6" name="Footer Placeholder 5">
            <a:extLst>
              <a:ext uri="{FF2B5EF4-FFF2-40B4-BE49-F238E27FC236}">
                <a16:creationId xmlns:a16="http://schemas.microsoft.com/office/drawing/2014/main" id="{63B6FD10-A1C3-6BFD-7DC9-0AAF39F7D4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977781E-681F-7F07-F2B9-0B4D9AFCCEEA}"/>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3855660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328E3-5606-F29D-7ECE-7D1D4543841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F124B20-4E88-3F94-33A0-BB8AF28129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9F1A1D7-6E59-6C13-5E7B-0B144A00F87A}"/>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5" name="Footer Placeholder 4">
            <a:extLst>
              <a:ext uri="{FF2B5EF4-FFF2-40B4-BE49-F238E27FC236}">
                <a16:creationId xmlns:a16="http://schemas.microsoft.com/office/drawing/2014/main" id="{36E59E10-4021-9CA5-AFAA-099B896CD2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27D5F10-E827-30B7-623B-F0596101303B}"/>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536837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E8DB6-175B-3F5C-22F0-AD0260A97D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A7D43B9-AF03-F8C7-0046-581CB5B31B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58BABDD-9384-9612-54FE-6521E6D8FE0E}"/>
              </a:ext>
            </a:extLst>
          </p:cNvPr>
          <p:cNvSpPr>
            <a:spLocks noGrp="1"/>
          </p:cNvSpPr>
          <p:nvPr>
            <p:ph type="dt" sz="half" idx="10"/>
          </p:nvPr>
        </p:nvSpPr>
        <p:spPr/>
        <p:txBody>
          <a:bodyPr/>
          <a:lstStyle/>
          <a:p>
            <a:fld id="{09BEC5C9-841C-4AA5-9AE7-56CD90745630}" type="datetimeFigureOut">
              <a:rPr lang="en-GB" smtClean="0"/>
              <a:t>16/06/2026</a:t>
            </a:fld>
            <a:endParaRPr lang="en-GB"/>
          </a:p>
        </p:txBody>
      </p:sp>
      <p:sp>
        <p:nvSpPr>
          <p:cNvPr id="5" name="Footer Placeholder 4">
            <a:extLst>
              <a:ext uri="{FF2B5EF4-FFF2-40B4-BE49-F238E27FC236}">
                <a16:creationId xmlns:a16="http://schemas.microsoft.com/office/drawing/2014/main" id="{22F4EF23-24B2-48C9-88AD-962F018F22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712458-A439-0A06-96F9-2B13AEBB51CF}"/>
              </a:ext>
            </a:extLst>
          </p:cNvPr>
          <p:cNvSpPr>
            <a:spLocks noGrp="1"/>
          </p:cNvSpPr>
          <p:nvPr>
            <p:ph type="sldNum" sz="quarter" idx="12"/>
          </p:nvPr>
        </p:nvSpPr>
        <p:spPr/>
        <p:txBody>
          <a:bodyPr/>
          <a:lstStyle/>
          <a:p>
            <a:fld id="{D86DAAA5-5AAC-4FA9-9AC7-63D1D46FC834}" type="slidenum">
              <a:rPr lang="en-GB" smtClean="0"/>
              <a:t>‹#›</a:t>
            </a:fld>
            <a:endParaRPr lang="en-GB"/>
          </a:p>
        </p:txBody>
      </p:sp>
    </p:spTree>
    <p:extLst>
      <p:ext uri="{BB962C8B-B14F-4D97-AF65-F5344CB8AC3E}">
        <p14:creationId xmlns:p14="http://schemas.microsoft.com/office/powerpoint/2010/main" val="2704958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5B103E-BECC-727F-5A4F-56AB716F97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C1F88E3-3CCB-D117-91CA-EA0A9F43BB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2CCD9A-AE00-9B79-99A8-9B263D2B14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BEC5C9-841C-4AA5-9AE7-56CD90745630}" type="datetimeFigureOut">
              <a:rPr lang="en-GB" smtClean="0"/>
              <a:t>16/06/2026</a:t>
            </a:fld>
            <a:endParaRPr lang="en-GB"/>
          </a:p>
        </p:txBody>
      </p:sp>
      <p:sp>
        <p:nvSpPr>
          <p:cNvPr id="5" name="Footer Placeholder 4">
            <a:extLst>
              <a:ext uri="{FF2B5EF4-FFF2-40B4-BE49-F238E27FC236}">
                <a16:creationId xmlns:a16="http://schemas.microsoft.com/office/drawing/2014/main" id="{1F4A476E-1D67-4B59-1579-CF12BA2D4F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0441ABC-362E-D9BF-FBBF-2741984884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6DAAA5-5AAC-4FA9-9AC7-63D1D46FC834}" type="slidenum">
              <a:rPr lang="en-GB" smtClean="0"/>
              <a:t>‹#›</a:t>
            </a:fld>
            <a:endParaRPr lang="en-GB"/>
          </a:p>
        </p:txBody>
      </p:sp>
    </p:spTree>
    <p:extLst>
      <p:ext uri="{BB962C8B-B14F-4D97-AF65-F5344CB8AC3E}">
        <p14:creationId xmlns:p14="http://schemas.microsoft.com/office/powerpoint/2010/main" val="1535891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44ECB-9BC0-0126-37F5-C1EF712A7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2A2A1-4573-86FC-2B40-A2E2041AF8D1}"/>
              </a:ext>
            </a:extLst>
          </p:cNvPr>
          <p:cNvSpPr>
            <a:spLocks noGrp="1"/>
          </p:cNvSpPr>
          <p:nvPr>
            <p:ph type="ctrTitle"/>
          </p:nvPr>
        </p:nvSpPr>
        <p:spPr>
          <a:xfrm>
            <a:off x="739" y="107574"/>
            <a:ext cx="11823565" cy="687418"/>
          </a:xfrm>
        </p:spPr>
        <p:txBody>
          <a:bodyPr>
            <a:noAutofit/>
          </a:bodyPr>
          <a:lstStyle/>
          <a:p>
            <a:r>
              <a:rPr lang="en-GB" sz="4800" dirty="0">
                <a:latin typeface="Georgia Pro"/>
                <a:ea typeface="Calibri Light"/>
                <a:cs typeface="Calibri Light"/>
              </a:rPr>
              <a:t>What Is The P</a:t>
            </a:r>
            <a:r>
              <a:rPr lang="en-GB" sz="4800">
                <a:latin typeface="Georgia Pro"/>
                <a:ea typeface="Calibri Light"/>
                <a:cs typeface="Calibri Light"/>
              </a:rPr>
              <a:t>roblem? + Pipeline Overview</a:t>
            </a:r>
            <a:endParaRPr lang="en-GB" sz="4400" err="1">
              <a:latin typeface="Georgia Pro"/>
            </a:endParaRPr>
          </a:p>
        </p:txBody>
      </p:sp>
      <p:sp>
        <p:nvSpPr>
          <p:cNvPr id="3" name="Subtitle 2">
            <a:extLst>
              <a:ext uri="{FF2B5EF4-FFF2-40B4-BE49-F238E27FC236}">
                <a16:creationId xmlns:a16="http://schemas.microsoft.com/office/drawing/2014/main" id="{665E3766-8568-E74B-0622-656912511055}"/>
              </a:ext>
            </a:extLst>
          </p:cNvPr>
          <p:cNvSpPr>
            <a:spLocks noGrp="1"/>
          </p:cNvSpPr>
          <p:nvPr>
            <p:ph type="subTitle" idx="1"/>
          </p:nvPr>
        </p:nvSpPr>
        <p:spPr>
          <a:xfrm>
            <a:off x="104084" y="794385"/>
            <a:ext cx="11964417" cy="6064760"/>
          </a:xfrm>
        </p:spPr>
        <p:txBody>
          <a:bodyPr vert="horz" lIns="91440" tIns="45720" rIns="91440" bIns="45720" rtlCol="0" anchor="t">
            <a:normAutofit/>
          </a:bodyPr>
          <a:lstStyle/>
          <a:p>
            <a:r>
              <a:rPr lang="en-GB" sz="2000" b="1" i="1" u="sng">
                <a:solidFill>
                  <a:schemeClr val="accent6">
                    <a:lumMod val="76000"/>
                  </a:schemeClr>
                </a:solidFill>
                <a:ea typeface="Calibri"/>
                <a:cs typeface="Calibri"/>
              </a:rPr>
              <a:t>"What if there's bird species that are living in the riverside, that we do not know about ?"</a:t>
            </a:r>
          </a:p>
          <a:p>
            <a:pPr marL="285750" indent="-285750">
              <a:lnSpc>
                <a:spcPct val="100000"/>
              </a:lnSpc>
              <a:buChar char="•"/>
            </a:pPr>
            <a:r>
              <a:rPr lang="en-GB" sz="1600" dirty="0">
                <a:ea typeface="Calibri"/>
                <a:cs typeface="Calibri"/>
              </a:rPr>
              <a:t>Autonomous recording units (</a:t>
            </a:r>
            <a:r>
              <a:rPr lang="en-GB" sz="1600" b="1" dirty="0">
                <a:ea typeface="Calibri"/>
                <a:cs typeface="Calibri"/>
              </a:rPr>
              <a:t>ARU</a:t>
            </a:r>
            <a:r>
              <a:rPr lang="en-GB" sz="1600" dirty="0">
                <a:ea typeface="Calibri"/>
                <a:cs typeface="Calibri"/>
              </a:rPr>
              <a:t>) in the riverside capture enormous amounts of data, composed of environmental sounds, bird calls, human activity, and traffic. </a:t>
            </a: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marL="285750" indent="-285750">
              <a:lnSpc>
                <a:spcPct val="100000"/>
              </a:lnSpc>
              <a:buChar char="•"/>
            </a:pPr>
            <a:endParaRPr lang="en-GB" sz="1600" dirty="0">
              <a:ea typeface="Calibri"/>
              <a:cs typeface="Calibri"/>
            </a:endParaRPr>
          </a:p>
          <a:p>
            <a:pPr>
              <a:lnSpc>
                <a:spcPct val="100000"/>
              </a:lnSpc>
            </a:pPr>
            <a:r>
              <a:rPr lang="en-GB" sz="1600" b="1" i="1" dirty="0">
                <a:ea typeface="Calibri"/>
                <a:cs typeface="Calibri"/>
              </a:rPr>
              <a:t>Capturing data is the easy part processing it, is another </a:t>
            </a:r>
            <a:r>
              <a:rPr lang="en-GB" sz="1600" b="1" i="1">
                <a:ea typeface="Calibri"/>
                <a:cs typeface="Calibri"/>
              </a:rPr>
              <a:t>hurdle.</a:t>
            </a:r>
            <a:endParaRPr lang="en-GB" sz="1600" dirty="0">
              <a:ea typeface="Calibri"/>
              <a:cs typeface="Calibri"/>
            </a:endParaRPr>
          </a:p>
          <a:p>
            <a:endParaRPr lang="en-GB" sz="1600" dirty="0">
              <a:ea typeface="Calibri"/>
              <a:cs typeface="Calibri"/>
            </a:endParaRPr>
          </a:p>
          <a:p>
            <a:pPr marL="285750" indent="-285750">
              <a:buChar char="•"/>
            </a:pPr>
            <a:endParaRPr lang="en-GB" sz="1600" dirty="0">
              <a:ea typeface="Calibri"/>
              <a:cs typeface="Calibri"/>
            </a:endParaRPr>
          </a:p>
          <a:p>
            <a:pPr marL="285750" indent="-285750">
              <a:buChar char="•"/>
            </a:pPr>
            <a:endParaRPr lang="en-GB">
              <a:ea typeface="Calibri"/>
              <a:cs typeface="Calibri"/>
            </a:endParaRPr>
          </a:p>
          <a:p>
            <a:endParaRPr lang="en-US" sz="1300" dirty="0">
              <a:ea typeface="Calibri"/>
              <a:cs typeface="Calibri"/>
            </a:endParaRPr>
          </a:p>
        </p:txBody>
      </p:sp>
      <p:pic>
        <p:nvPicPr>
          <p:cNvPr id="6" name="Picture 5" descr="A diagram of a bioacoustic processing pipeline&#10;&#10;AI-generated content may be incorrect.">
            <a:extLst>
              <a:ext uri="{FF2B5EF4-FFF2-40B4-BE49-F238E27FC236}">
                <a16:creationId xmlns:a16="http://schemas.microsoft.com/office/drawing/2014/main" id="{AA9574CC-5E07-023E-2BE1-1D1B1FEADA3F}"/>
              </a:ext>
            </a:extLst>
          </p:cNvPr>
          <p:cNvPicPr>
            <a:picLocks noChangeAspect="1"/>
          </p:cNvPicPr>
          <p:nvPr/>
        </p:nvPicPr>
        <p:blipFill>
          <a:blip r:embed="rId2"/>
          <a:srcRect l="11839" t="2679" r="10919" b="4241"/>
          <a:stretch>
            <a:fillRect/>
          </a:stretch>
        </p:blipFill>
        <p:spPr>
          <a:xfrm>
            <a:off x="2578230" y="1865653"/>
            <a:ext cx="7042296" cy="4424851"/>
          </a:xfrm>
          <a:prstGeom prst="rect">
            <a:avLst/>
          </a:prstGeom>
        </p:spPr>
      </p:pic>
    </p:spTree>
    <p:extLst>
      <p:ext uri="{BB962C8B-B14F-4D97-AF65-F5344CB8AC3E}">
        <p14:creationId xmlns:p14="http://schemas.microsoft.com/office/powerpoint/2010/main" val="3260152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2668A-9F48-5172-0FD9-7BA80EFD5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8E482-1682-CDF4-3A49-456522A40797}"/>
              </a:ext>
            </a:extLst>
          </p:cNvPr>
          <p:cNvSpPr>
            <a:spLocks noGrp="1"/>
          </p:cNvSpPr>
          <p:nvPr>
            <p:ph type="ctrTitle"/>
          </p:nvPr>
        </p:nvSpPr>
        <p:spPr>
          <a:xfrm>
            <a:off x="739" y="107574"/>
            <a:ext cx="11823565" cy="687418"/>
          </a:xfrm>
        </p:spPr>
        <p:txBody>
          <a:bodyPr>
            <a:noAutofit/>
          </a:bodyPr>
          <a:lstStyle/>
          <a:p>
            <a:r>
              <a:rPr lang="en-GB" sz="4800">
                <a:latin typeface="Georgia Pro"/>
                <a:ea typeface="Calibri Light"/>
                <a:cs typeface="Calibri Light"/>
              </a:rPr>
              <a:t>The Recording Process</a:t>
            </a:r>
            <a:endParaRPr lang="en-GB" sz="4800" dirty="0" err="1">
              <a:latin typeface="Georgia Pro"/>
            </a:endParaRPr>
          </a:p>
        </p:txBody>
      </p:sp>
      <p:sp>
        <p:nvSpPr>
          <p:cNvPr id="3" name="Subtitle 2">
            <a:extLst>
              <a:ext uri="{FF2B5EF4-FFF2-40B4-BE49-F238E27FC236}">
                <a16:creationId xmlns:a16="http://schemas.microsoft.com/office/drawing/2014/main" id="{56445A8A-FB8E-C175-7F4F-916A74A01EED}"/>
              </a:ext>
            </a:extLst>
          </p:cNvPr>
          <p:cNvSpPr>
            <a:spLocks noGrp="1"/>
          </p:cNvSpPr>
          <p:nvPr>
            <p:ph type="subTitle" idx="1"/>
          </p:nvPr>
        </p:nvSpPr>
        <p:spPr>
          <a:xfrm>
            <a:off x="217715" y="801069"/>
            <a:ext cx="11750523" cy="5817445"/>
          </a:xfrm>
        </p:spPr>
        <p:txBody>
          <a:bodyPr vert="horz" lIns="91440" tIns="45720" rIns="91440" bIns="45720" rtlCol="0" anchor="t">
            <a:normAutofit/>
          </a:bodyPr>
          <a:lstStyle/>
          <a:p>
            <a:pPr marL="285750" indent="-285750">
              <a:buChar char="•"/>
            </a:pPr>
            <a:r>
              <a:rPr lang="en-GB" sz="1600" dirty="0">
                <a:ea typeface="Calibri"/>
                <a:cs typeface="Calibri"/>
              </a:rPr>
              <a:t>Audio moth recorders capture 14 hours (7+7) of continuous bird data along the riverside, capturing up to </a:t>
            </a:r>
            <a:r>
              <a:rPr lang="en-GB" sz="1600" b="1" dirty="0">
                <a:ea typeface="Calibri"/>
                <a:cs typeface="Calibri"/>
              </a:rPr>
              <a:t>24Khz</a:t>
            </a:r>
            <a:r>
              <a:rPr lang="en-GB" sz="1600" dirty="0">
                <a:ea typeface="Calibri"/>
                <a:cs typeface="Calibri"/>
              </a:rPr>
              <a:t> and sampling at </a:t>
            </a:r>
            <a:r>
              <a:rPr lang="en-GB" sz="1600" b="1" dirty="0">
                <a:ea typeface="Calibri"/>
                <a:cs typeface="Calibri"/>
              </a:rPr>
              <a:t>48Khz</a:t>
            </a:r>
            <a:r>
              <a:rPr lang="en-GB" sz="1600" dirty="0">
                <a:ea typeface="Calibri"/>
                <a:cs typeface="Calibri"/>
              </a:rPr>
              <a:t>, including noises from riverside, traffic, human </a:t>
            </a:r>
            <a:r>
              <a:rPr lang="en-GB" sz="1600">
                <a:ea typeface="Calibri"/>
                <a:cs typeface="Calibri"/>
              </a:rPr>
              <a:t>activity, or even other animals which may camouflage the sound we need.</a:t>
            </a:r>
            <a:endParaRPr lang="en-GB" sz="1600">
              <a:solidFill>
                <a:srgbClr val="000000"/>
              </a:solidFill>
              <a:ea typeface="Calibri"/>
              <a:cs typeface="Calibri"/>
            </a:endParaRPr>
          </a:p>
          <a:p>
            <a:pPr marL="285750" indent="-285750">
              <a:buChar char="•"/>
            </a:pPr>
            <a:r>
              <a:rPr lang="en-GB" sz="1600" dirty="0">
                <a:ea typeface="Calibri"/>
                <a:cs typeface="Calibri"/>
              </a:rPr>
              <a:t>It processes thousands of hours of audio data which would take incredible amounts of time for us humans to process, hence why an automated pipeline is crucial to make the finding of bird species feasible.</a:t>
            </a:r>
          </a:p>
          <a:p>
            <a:pPr marL="342900" indent="-342900">
              <a:buChar char="•"/>
            </a:pPr>
            <a:r>
              <a:rPr lang="en-GB" sz="1600" dirty="0">
                <a:ea typeface="Calibri"/>
                <a:cs typeface="Calibri"/>
              </a:rPr>
              <a:t>One 7-hour morning recording is </a:t>
            </a:r>
            <a:r>
              <a:rPr lang="en-GB" sz="1600" b="1" dirty="0">
                <a:ea typeface="Calibri"/>
                <a:cs typeface="Calibri"/>
              </a:rPr>
              <a:t>2.3GB</a:t>
            </a:r>
            <a:r>
              <a:rPr lang="en-GB" sz="1600" dirty="0">
                <a:ea typeface="Calibri"/>
                <a:cs typeface="Calibri"/>
              </a:rPr>
              <a:t> of data, most data scaling up to </a:t>
            </a:r>
            <a:r>
              <a:rPr lang="en-GB" sz="1600" b="1" dirty="0">
                <a:ea typeface="Calibri"/>
                <a:cs typeface="Calibri"/>
              </a:rPr>
              <a:t>20-33 GB+</a:t>
            </a:r>
            <a:r>
              <a:rPr lang="en-GB" sz="1600" dirty="0">
                <a:ea typeface="Calibri"/>
                <a:cs typeface="Calibri"/>
              </a:rPr>
              <a:t> per </a:t>
            </a:r>
            <a:r>
              <a:rPr lang="en-GB" sz="1600" b="1" dirty="0">
                <a:ea typeface="Calibri"/>
                <a:cs typeface="Calibri"/>
              </a:rPr>
              <a:t>week, </a:t>
            </a:r>
            <a:r>
              <a:rPr lang="en-GB" sz="1600" dirty="0">
                <a:ea typeface="Calibri"/>
                <a:cs typeface="Calibri"/>
              </a:rPr>
              <a:t>per </a:t>
            </a:r>
            <a:r>
              <a:rPr lang="en-GB" sz="1600" b="1" dirty="0">
                <a:ea typeface="Calibri"/>
                <a:cs typeface="Calibri"/>
              </a:rPr>
              <a:t>site</a:t>
            </a:r>
            <a:r>
              <a:rPr lang="en-GB" sz="1600" dirty="0">
                <a:ea typeface="Calibri"/>
                <a:cs typeface="Calibri"/>
              </a:rPr>
              <a:t>;</a:t>
            </a:r>
            <a:r>
              <a:rPr lang="en-GB" sz="1600" b="1" dirty="0">
                <a:ea typeface="Calibri"/>
                <a:cs typeface="Calibri"/>
              </a:rPr>
              <a:t> </a:t>
            </a:r>
            <a:r>
              <a:rPr lang="en-GB" sz="1600" dirty="0">
                <a:ea typeface="Calibri"/>
                <a:cs typeface="Calibri"/>
              </a:rPr>
              <a:t>data across all 10 sites adding up to </a:t>
            </a:r>
            <a:r>
              <a:rPr lang="en-GB" sz="1600" b="1" dirty="0">
                <a:ea typeface="Calibri"/>
                <a:cs typeface="Calibri"/>
              </a:rPr>
              <a:t>200-330 GB+</a:t>
            </a:r>
            <a:r>
              <a:rPr lang="en-GB" sz="1600" dirty="0">
                <a:ea typeface="Calibri"/>
                <a:cs typeface="Calibri"/>
              </a:rPr>
              <a:t> per week, making it extremely difficult for humans to analyse and identify each bird</a:t>
            </a:r>
          </a:p>
          <a:p>
            <a:pPr marL="342900" indent="-342900">
              <a:buChar char="•"/>
            </a:pPr>
            <a:r>
              <a:rPr lang="en-GB" sz="1600" dirty="0">
                <a:ea typeface="Calibri"/>
                <a:cs typeface="Calibri"/>
              </a:rPr>
              <a:t>To  capture sound reliably we must sample it at least twice as fast as the highest bird frequency, if we sample too slow we get aliasing which gives the same effect of seeing mirages/after-images of birds flapping their wings; to avoid that we use Nyquist's theorem.</a:t>
            </a:r>
          </a:p>
          <a:p>
            <a:endParaRPr lang="en-GB" dirty="0">
              <a:ea typeface="Calibri"/>
              <a:cs typeface="Calibri"/>
            </a:endParaRPr>
          </a:p>
          <a:p>
            <a:endParaRPr lang="en-GB" dirty="0">
              <a:ea typeface="Calibri"/>
              <a:cs typeface="Calibri"/>
            </a:endParaRPr>
          </a:p>
          <a:p>
            <a:endParaRPr lang="en-GB" dirty="0">
              <a:ea typeface="Calibri"/>
              <a:cs typeface="Calibri"/>
            </a:endParaRPr>
          </a:p>
        </p:txBody>
      </p:sp>
      <p:pic>
        <p:nvPicPr>
          <p:cNvPr id="4" name="Picture 3" descr="A diagram of a river&#10;&#10;AI-generated content may be incorrect.">
            <a:extLst>
              <a:ext uri="{FF2B5EF4-FFF2-40B4-BE49-F238E27FC236}">
                <a16:creationId xmlns:a16="http://schemas.microsoft.com/office/drawing/2014/main" id="{0323D1D1-1615-DDD4-270F-016A803B87FF}"/>
              </a:ext>
            </a:extLst>
          </p:cNvPr>
          <p:cNvPicPr>
            <a:picLocks noChangeAspect="1"/>
          </p:cNvPicPr>
          <p:nvPr/>
        </p:nvPicPr>
        <p:blipFill>
          <a:blip r:embed="rId2"/>
          <a:stretch>
            <a:fillRect/>
          </a:stretch>
        </p:blipFill>
        <p:spPr>
          <a:xfrm>
            <a:off x="1204912" y="3281111"/>
            <a:ext cx="9782175" cy="2638425"/>
          </a:xfrm>
          <a:prstGeom prst="rect">
            <a:avLst/>
          </a:prstGeom>
        </p:spPr>
      </p:pic>
    </p:spTree>
    <p:extLst>
      <p:ext uri="{BB962C8B-B14F-4D97-AF65-F5344CB8AC3E}">
        <p14:creationId xmlns:p14="http://schemas.microsoft.com/office/powerpoint/2010/main" val="1974616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DA1F4-8F08-1251-D958-200FF81D9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D4F83-26F0-B946-7B13-91DFD5CC9B2A}"/>
              </a:ext>
            </a:extLst>
          </p:cNvPr>
          <p:cNvSpPr>
            <a:spLocks noGrp="1"/>
          </p:cNvSpPr>
          <p:nvPr>
            <p:ph type="ctrTitle"/>
          </p:nvPr>
        </p:nvSpPr>
        <p:spPr>
          <a:xfrm>
            <a:off x="739" y="107574"/>
            <a:ext cx="11823565" cy="687418"/>
          </a:xfrm>
        </p:spPr>
        <p:txBody>
          <a:bodyPr>
            <a:noAutofit/>
          </a:bodyPr>
          <a:lstStyle/>
          <a:p>
            <a:r>
              <a:rPr lang="en-GB" sz="4800">
                <a:latin typeface="Georgia Pro"/>
                <a:ea typeface="Calibri Light"/>
                <a:cs typeface="Calibri Light"/>
              </a:rPr>
              <a:t>Audio Cleaning (Filtering+ Denoising)</a:t>
            </a:r>
            <a:endParaRPr lang="en-GB" sz="4800" err="1">
              <a:latin typeface="Georgia Pro"/>
            </a:endParaRPr>
          </a:p>
        </p:txBody>
      </p:sp>
      <p:sp>
        <p:nvSpPr>
          <p:cNvPr id="3" name="Subtitle 2">
            <a:extLst>
              <a:ext uri="{FF2B5EF4-FFF2-40B4-BE49-F238E27FC236}">
                <a16:creationId xmlns:a16="http://schemas.microsoft.com/office/drawing/2014/main" id="{28DB54A0-BCBA-73A5-2421-D8BFBC6EE71A}"/>
              </a:ext>
            </a:extLst>
          </p:cNvPr>
          <p:cNvSpPr>
            <a:spLocks noGrp="1"/>
          </p:cNvSpPr>
          <p:nvPr>
            <p:ph type="subTitle" idx="1"/>
          </p:nvPr>
        </p:nvSpPr>
        <p:spPr>
          <a:xfrm>
            <a:off x="217715" y="885736"/>
            <a:ext cx="11750523" cy="5817445"/>
          </a:xfrm>
        </p:spPr>
        <p:txBody>
          <a:bodyPr vert="horz" lIns="91440" tIns="45720" rIns="91440" bIns="45720" rtlCol="0" anchor="t">
            <a:normAutofit/>
          </a:bodyPr>
          <a:lstStyle/>
          <a:p>
            <a:pPr marL="342900" indent="-342900" algn="l">
              <a:buFont typeface="Arial" panose="020B0604020202020204" pitchFamily="34" charset="0"/>
              <a:buChar char="•"/>
            </a:pPr>
            <a:r>
              <a:rPr lang="en-GB" sz="1600" dirty="0">
                <a:ea typeface="Calibri"/>
                <a:cs typeface="Calibri"/>
              </a:rPr>
              <a:t>Before we do any processing work, we must clean the recording from everything that </a:t>
            </a:r>
            <a:r>
              <a:rPr lang="en-GB" sz="1600">
                <a:ea typeface="Calibri"/>
                <a:cs typeface="Calibri"/>
              </a:rPr>
              <a:t>obfuscates</a:t>
            </a:r>
            <a:r>
              <a:rPr lang="en-GB" sz="1600" dirty="0">
                <a:ea typeface="Calibri"/>
                <a:cs typeface="Calibri"/>
              </a:rPr>
              <a:t> bird frequencies; especially at low frequencies as human activity, wind, riverside rushing water, and other factors affect the quality of results.</a:t>
            </a:r>
            <a:endParaRPr lang="en-GB" sz="1600">
              <a:solidFill>
                <a:srgbClr val="FF0000"/>
              </a:solidFill>
              <a:ea typeface="Calibri"/>
              <a:cs typeface="Calibri"/>
            </a:endParaRPr>
          </a:p>
          <a:p>
            <a:pPr marL="342900" indent="-342900" algn="l">
              <a:buFont typeface="Arial" panose="020B0604020202020204" pitchFamily="34" charset="0"/>
              <a:buChar char="•"/>
            </a:pPr>
            <a:r>
              <a:rPr lang="en-GB" sz="1600" dirty="0">
                <a:ea typeface="Calibri"/>
                <a:cs typeface="Calibri"/>
              </a:rPr>
              <a:t>Research on riverside sites in </a:t>
            </a:r>
            <a:r>
              <a:rPr lang="en-GB" sz="1600">
                <a:ea typeface="Calibri"/>
                <a:cs typeface="Calibri"/>
              </a:rPr>
              <a:t>Italy</a:t>
            </a:r>
            <a:r>
              <a:rPr lang="en-GB" sz="1600" dirty="0">
                <a:ea typeface="Calibri"/>
                <a:cs typeface="Calibri"/>
              </a:rPr>
              <a:t> have shown that close traffic and river noise masks crucial bird activity especially at low frequency) </a:t>
            </a:r>
            <a:endParaRPr lang="en-GB" sz="1600" dirty="0">
              <a:solidFill>
                <a:srgbClr val="FF0000"/>
              </a:solidFill>
              <a:ea typeface="Calibri"/>
              <a:cs typeface="Calibri"/>
            </a:endParaRPr>
          </a:p>
          <a:p>
            <a:pPr marL="342900" indent="-342900" algn="l">
              <a:buFont typeface="Arial" panose="020B0604020202020204" pitchFamily="34" charset="0"/>
              <a:buChar char="•"/>
            </a:pPr>
            <a:r>
              <a:rPr lang="en-GB" sz="1600" dirty="0">
                <a:ea typeface="Calibri"/>
                <a:cs typeface="Calibri"/>
              </a:rPr>
              <a:t>To tackle this, we use 2 techniques</a:t>
            </a:r>
            <a:r>
              <a:rPr lang="en-GB" sz="1600" b="1" dirty="0">
                <a:ea typeface="Calibri"/>
                <a:cs typeface="Calibri"/>
              </a:rPr>
              <a:t> band-pass filters</a:t>
            </a:r>
            <a:r>
              <a:rPr lang="en-GB" sz="1600" dirty="0">
                <a:ea typeface="Calibri"/>
                <a:cs typeface="Calibri"/>
              </a:rPr>
              <a:t> and </a:t>
            </a:r>
            <a:r>
              <a:rPr lang="en-GB" sz="1600" b="1" dirty="0">
                <a:ea typeface="Calibri"/>
                <a:cs typeface="Calibri"/>
              </a:rPr>
              <a:t>wavelet denoising, </a:t>
            </a:r>
            <a:r>
              <a:rPr lang="en-US" sz="1600" dirty="0">
                <a:ea typeface="Calibri"/>
                <a:cs typeface="Calibri"/>
              </a:rPr>
              <a:t>to </a:t>
            </a:r>
            <a:r>
              <a:rPr lang="en-US" sz="1600">
                <a:ea typeface="Calibri"/>
                <a:cs typeface="Calibri"/>
              </a:rPr>
              <a:t>diminish</a:t>
            </a:r>
            <a:r>
              <a:rPr lang="en-US" sz="1600" dirty="0">
                <a:ea typeface="Calibri"/>
                <a:cs typeface="Calibri"/>
              </a:rPr>
              <a:t> the unwanted sounds</a:t>
            </a:r>
            <a:r>
              <a:rPr lang="en-GB" sz="1600" dirty="0">
                <a:ea typeface="Calibri"/>
                <a:cs typeface="Calibri"/>
              </a:rPr>
              <a:t>.</a:t>
            </a:r>
            <a:endParaRPr lang="en-GB" sz="1600" dirty="0">
              <a:solidFill>
                <a:srgbClr val="FF0000"/>
              </a:solidFill>
              <a:ea typeface="Calibri"/>
              <a:cs typeface="Calibri"/>
            </a:endParaRPr>
          </a:p>
          <a:p>
            <a:pPr marL="800100" lvl="1" indent="-342900" algn="l">
              <a:buFont typeface="Courier New" panose="020B0604020202020204" pitchFamily="34" charset="0"/>
              <a:buChar char="o"/>
            </a:pPr>
            <a:r>
              <a:rPr lang="en-GB" sz="1400" dirty="0">
                <a:ea typeface="Calibri"/>
                <a:cs typeface="Calibri"/>
              </a:rPr>
              <a:t>Band-pass filter allows only specific ranges of bird frequencies through while cutting the frequencies above and below that </a:t>
            </a:r>
            <a:r>
              <a:rPr lang="en-GB" sz="1400">
                <a:ea typeface="Calibri"/>
                <a:cs typeface="Calibri"/>
              </a:rPr>
              <a:t>range</a:t>
            </a:r>
            <a:endParaRPr lang="en-GB" sz="1400">
              <a:solidFill>
                <a:srgbClr val="FF0000"/>
              </a:solidFill>
              <a:ea typeface="Calibri"/>
              <a:cs typeface="Calibri"/>
            </a:endParaRPr>
          </a:p>
          <a:p>
            <a:pPr marL="800100" lvl="1" indent="-342900" algn="l">
              <a:buFont typeface="Courier New" panose="020B0604020202020204" pitchFamily="34" charset="0"/>
              <a:buChar char="o"/>
            </a:pPr>
            <a:r>
              <a:rPr lang="en-GB" sz="1400" dirty="0">
                <a:ea typeface="Calibri"/>
                <a:cs typeface="Calibri"/>
              </a:rPr>
              <a:t>Wavelet denoising allows high-frequency bird sounds to shine through, while ensuring environmental noise does not diminish/drown out the signal for us or the computer machines (this is a mandatory pre-processing step, if the audio remains uncleaned the automated "birdwatcher" has no direction; running blind)</a:t>
            </a:r>
            <a:endParaRPr lang="en-GB" sz="1400" dirty="0">
              <a:solidFill>
                <a:srgbClr val="FF0000"/>
              </a:solidFill>
              <a:ea typeface="Calibri"/>
              <a:cs typeface="Calibri"/>
            </a:endParaRPr>
          </a:p>
          <a:p>
            <a:pPr marL="800100" lvl="1" indent="-342900" algn="l">
              <a:buFont typeface="Courier New" panose="020B0604020202020204" pitchFamily="34" charset="0"/>
              <a:buChar char="o"/>
            </a:pPr>
            <a:r>
              <a:rPr lang="en-GB" sz="1400" dirty="0">
                <a:ea typeface="Calibri"/>
                <a:cs typeface="Calibri"/>
              </a:rPr>
              <a:t>Wavelet denoise can also persevere structured low-frequency calls (e.g. owl), while still removing low-frequency </a:t>
            </a:r>
            <a:r>
              <a:rPr lang="en-GB" sz="1400">
                <a:ea typeface="Calibri"/>
                <a:cs typeface="Calibri"/>
              </a:rPr>
              <a:t>environmental noise (e.g. wind), as it separates sounds by their structure across various levels and not just the frequency they are in.</a:t>
            </a:r>
          </a:p>
          <a:p>
            <a:endParaRPr lang="en-GB" dirty="0">
              <a:ea typeface="Calibri"/>
              <a:cs typeface="Calibri"/>
            </a:endParaRPr>
          </a:p>
        </p:txBody>
      </p:sp>
      <p:pic>
        <p:nvPicPr>
          <p:cNvPr id="5" name="Picture 4">
            <a:extLst>
              <a:ext uri="{FF2B5EF4-FFF2-40B4-BE49-F238E27FC236}">
                <a16:creationId xmlns:a16="http://schemas.microsoft.com/office/drawing/2014/main" id="{6670C383-950B-47D1-FA08-BD0BD0DF41AA}"/>
              </a:ext>
            </a:extLst>
          </p:cNvPr>
          <p:cNvPicPr>
            <a:picLocks noChangeAspect="1"/>
          </p:cNvPicPr>
          <p:nvPr/>
        </p:nvPicPr>
        <p:blipFill>
          <a:blip r:embed="rId2"/>
          <a:stretch>
            <a:fillRect/>
          </a:stretch>
        </p:blipFill>
        <p:spPr>
          <a:xfrm>
            <a:off x="1634067" y="4023934"/>
            <a:ext cx="8923866" cy="2027464"/>
          </a:xfrm>
          <a:prstGeom prst="rect">
            <a:avLst/>
          </a:prstGeom>
        </p:spPr>
      </p:pic>
    </p:spTree>
    <p:extLst>
      <p:ext uri="{BB962C8B-B14F-4D97-AF65-F5344CB8AC3E}">
        <p14:creationId xmlns:p14="http://schemas.microsoft.com/office/powerpoint/2010/main" val="825357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26A54-7764-1CD3-B099-16666A2F8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A1BEA-24F3-77C3-BEBC-51AFC19ECD64}"/>
              </a:ext>
            </a:extLst>
          </p:cNvPr>
          <p:cNvSpPr>
            <a:spLocks noGrp="1"/>
          </p:cNvSpPr>
          <p:nvPr>
            <p:ph type="ctrTitle"/>
          </p:nvPr>
        </p:nvSpPr>
        <p:spPr>
          <a:xfrm>
            <a:off x="739" y="107574"/>
            <a:ext cx="11823565" cy="687418"/>
          </a:xfrm>
        </p:spPr>
        <p:txBody>
          <a:bodyPr>
            <a:noAutofit/>
          </a:bodyPr>
          <a:lstStyle/>
          <a:p>
            <a:r>
              <a:rPr lang="en-GB" sz="4800">
                <a:latin typeface="Georgia Pro"/>
                <a:ea typeface="Calibri Light"/>
                <a:cs typeface="Calibri Light"/>
              </a:rPr>
              <a:t>The Math Used (FFT)</a:t>
            </a:r>
            <a:endParaRPr lang="en-GB" err="1">
              <a:latin typeface="Georgia Pro"/>
            </a:endParaRPr>
          </a:p>
        </p:txBody>
      </p:sp>
      <p:sp>
        <p:nvSpPr>
          <p:cNvPr id="3" name="Subtitle 2">
            <a:extLst>
              <a:ext uri="{FF2B5EF4-FFF2-40B4-BE49-F238E27FC236}">
                <a16:creationId xmlns:a16="http://schemas.microsoft.com/office/drawing/2014/main" id="{03E78E70-7653-746B-5FD1-8F612339C583}"/>
              </a:ext>
            </a:extLst>
          </p:cNvPr>
          <p:cNvSpPr>
            <a:spLocks noGrp="1"/>
          </p:cNvSpPr>
          <p:nvPr>
            <p:ph type="subTitle" idx="1"/>
          </p:nvPr>
        </p:nvSpPr>
        <p:spPr>
          <a:xfrm>
            <a:off x="217715" y="801069"/>
            <a:ext cx="11750523" cy="5817445"/>
          </a:xfrm>
        </p:spPr>
        <p:txBody>
          <a:bodyPr vert="horz" lIns="91440" tIns="45720" rIns="91440" bIns="45720" rtlCol="0" anchor="t">
            <a:normAutofit/>
          </a:bodyPr>
          <a:lstStyle/>
          <a:p>
            <a:pPr marL="342900" indent="-342900">
              <a:buChar char="•"/>
            </a:pPr>
            <a:r>
              <a:rPr lang="en-GB" sz="1600">
                <a:ea typeface="Calibri"/>
                <a:cs typeface="Calibri"/>
              </a:rPr>
              <a:t>Every sound we have ever heard is a mix of frequencies bundled together just like ingredients in a recipe.</a:t>
            </a:r>
            <a:endParaRPr lang="en-GB" sz="1600">
              <a:solidFill>
                <a:srgbClr val="FF0000"/>
              </a:solidFill>
              <a:ea typeface="Calibri"/>
              <a:cs typeface="Calibri"/>
            </a:endParaRPr>
          </a:p>
          <a:p>
            <a:pPr marL="342900" indent="-342900">
              <a:buChar char="•"/>
            </a:pPr>
            <a:r>
              <a:rPr lang="en-GB" sz="1600" dirty="0">
                <a:ea typeface="Calibri"/>
                <a:cs typeface="Calibri"/>
              </a:rPr>
              <a:t>We use a fast algorithm called </a:t>
            </a:r>
            <a:r>
              <a:rPr lang="en-GB" sz="1600" b="1" dirty="0">
                <a:ea typeface="Calibri"/>
                <a:cs typeface="Calibri"/>
              </a:rPr>
              <a:t>FFT</a:t>
            </a:r>
            <a:r>
              <a:rPr lang="en-GB" sz="1600" dirty="0">
                <a:ea typeface="Calibri"/>
                <a:cs typeface="Calibri"/>
              </a:rPr>
              <a:t> (Fast Fourier Transform) to ask the audio which frequencies are present and how much ? , it pulls mixed waves into separate identifiable tones, which have their set of combined </a:t>
            </a:r>
            <a:r>
              <a:rPr lang="en-GB" sz="1600">
                <a:ea typeface="Calibri"/>
                <a:cs typeface="Calibri"/>
              </a:rPr>
              <a:t>proprieties which make it unique (amplitude</a:t>
            </a:r>
            <a:r>
              <a:rPr lang="en-GB" sz="1600" dirty="0">
                <a:ea typeface="Calibri"/>
                <a:cs typeface="Calibri"/>
              </a:rPr>
              <a:t>, frequency, phase).</a:t>
            </a:r>
          </a:p>
          <a:p>
            <a:pPr marL="342900" indent="-342900">
              <a:buChar char="•"/>
            </a:pPr>
            <a:r>
              <a:rPr lang="en-GB" sz="1600" dirty="0">
                <a:ea typeface="Calibri"/>
                <a:cs typeface="Calibri"/>
              </a:rPr>
              <a:t>FFT is the improved algorithm deriving from the older DFT allowing us to turns months of computation into minutes in the fraction of the time, which is why processing </a:t>
            </a:r>
            <a:r>
              <a:rPr lang="en-GB" sz="1600" b="1" dirty="0">
                <a:ea typeface="Calibri"/>
                <a:cs typeface="Calibri"/>
              </a:rPr>
              <a:t>200-330GB</a:t>
            </a:r>
            <a:r>
              <a:rPr lang="en-GB" sz="1600" dirty="0">
                <a:ea typeface="Calibri"/>
                <a:cs typeface="Calibri"/>
              </a:rPr>
              <a:t> of riverside data per week is even feasible.</a:t>
            </a:r>
          </a:p>
          <a:p>
            <a:pPr marL="342900" indent="-342900">
              <a:buChar char="•"/>
            </a:pPr>
            <a:r>
              <a:rPr lang="en-GB" sz="1600" dirty="0">
                <a:ea typeface="Calibri"/>
                <a:cs typeface="Calibri"/>
              </a:rPr>
              <a:t>Eulers formula is the math that has been around since the </a:t>
            </a:r>
            <a:r>
              <a:rPr lang="en-GB" sz="1600" b="1" dirty="0">
                <a:ea typeface="Calibri"/>
                <a:cs typeface="Calibri"/>
              </a:rPr>
              <a:t>18th century</a:t>
            </a:r>
            <a:r>
              <a:rPr lang="en-GB" sz="1600" dirty="0">
                <a:ea typeface="Calibri"/>
                <a:cs typeface="Calibri"/>
              </a:rPr>
              <a:t> which makes all this possible, it can break down any sound wave (no matter how complex) into a combination of simple rotating cycles, the FFT essentially does that.</a:t>
            </a:r>
          </a:p>
          <a:p>
            <a:pPr marL="342900" indent="-342900">
              <a:buChar char="•"/>
            </a:pPr>
            <a:endParaRPr lang="en-GB" sz="1600" dirty="0">
              <a:ea typeface="Calibri"/>
              <a:cs typeface="Calibri"/>
            </a:endParaRPr>
          </a:p>
        </p:txBody>
      </p:sp>
      <p:pic>
        <p:nvPicPr>
          <p:cNvPr id="4" name="Picture 3" descr="FFT Fast Fourier Transform | Svantek Academy">
            <a:extLst>
              <a:ext uri="{FF2B5EF4-FFF2-40B4-BE49-F238E27FC236}">
                <a16:creationId xmlns:a16="http://schemas.microsoft.com/office/drawing/2014/main" id="{8E808814-7876-65C2-EF07-7920FF9F8446}"/>
              </a:ext>
            </a:extLst>
          </p:cNvPr>
          <p:cNvPicPr>
            <a:picLocks noChangeAspect="1"/>
          </p:cNvPicPr>
          <p:nvPr/>
        </p:nvPicPr>
        <p:blipFill>
          <a:blip r:embed="rId2"/>
          <a:stretch>
            <a:fillRect/>
          </a:stretch>
        </p:blipFill>
        <p:spPr>
          <a:xfrm>
            <a:off x="6266281" y="3705476"/>
            <a:ext cx="5922545" cy="1699628"/>
          </a:xfrm>
          <a:prstGeom prst="rect">
            <a:avLst/>
          </a:prstGeom>
        </p:spPr>
      </p:pic>
      <p:pic>
        <p:nvPicPr>
          <p:cNvPr id="6" name="Picture 5" descr="A diagram of a sound wave&#10;&#10;AI-generated content may be incorrect.">
            <a:extLst>
              <a:ext uri="{FF2B5EF4-FFF2-40B4-BE49-F238E27FC236}">
                <a16:creationId xmlns:a16="http://schemas.microsoft.com/office/drawing/2014/main" id="{5F7BB1E9-1B30-3B05-B6FC-6D6DFDDE77E0}"/>
              </a:ext>
            </a:extLst>
          </p:cNvPr>
          <p:cNvPicPr>
            <a:picLocks noChangeAspect="1"/>
          </p:cNvPicPr>
          <p:nvPr/>
        </p:nvPicPr>
        <p:blipFill>
          <a:blip r:embed="rId3"/>
          <a:stretch>
            <a:fillRect/>
          </a:stretch>
        </p:blipFill>
        <p:spPr>
          <a:xfrm>
            <a:off x="-5091" y="3423744"/>
            <a:ext cx="6539734" cy="2808890"/>
          </a:xfrm>
          <a:prstGeom prst="rect">
            <a:avLst/>
          </a:prstGeom>
        </p:spPr>
      </p:pic>
    </p:spTree>
    <p:extLst>
      <p:ext uri="{BB962C8B-B14F-4D97-AF65-F5344CB8AC3E}">
        <p14:creationId xmlns:p14="http://schemas.microsoft.com/office/powerpoint/2010/main" val="3945038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D9702-2D0A-5152-43FF-8AB9F074256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0BFBD6E-FF17-D531-3BF2-0537962B1E22}"/>
              </a:ext>
            </a:extLst>
          </p:cNvPr>
          <p:cNvPicPr>
            <a:picLocks noChangeAspect="1"/>
          </p:cNvPicPr>
          <p:nvPr/>
        </p:nvPicPr>
        <p:blipFill>
          <a:blip r:embed="rId2"/>
          <a:srcRect l="402" r="445" b="-13"/>
          <a:stretch>
            <a:fillRect/>
          </a:stretch>
        </p:blipFill>
        <p:spPr>
          <a:xfrm>
            <a:off x="173806" y="3580313"/>
            <a:ext cx="6120033" cy="2304505"/>
          </a:xfrm>
          <a:prstGeom prst="rect">
            <a:avLst/>
          </a:prstGeom>
        </p:spPr>
      </p:pic>
      <p:sp>
        <p:nvSpPr>
          <p:cNvPr id="2" name="Title 1">
            <a:extLst>
              <a:ext uri="{FF2B5EF4-FFF2-40B4-BE49-F238E27FC236}">
                <a16:creationId xmlns:a16="http://schemas.microsoft.com/office/drawing/2014/main" id="{386516DD-CD08-3157-141C-9B7D414BBDDB}"/>
              </a:ext>
            </a:extLst>
          </p:cNvPr>
          <p:cNvSpPr>
            <a:spLocks noGrp="1"/>
          </p:cNvSpPr>
          <p:nvPr>
            <p:ph type="ctrTitle"/>
          </p:nvPr>
        </p:nvSpPr>
        <p:spPr>
          <a:xfrm>
            <a:off x="739" y="107574"/>
            <a:ext cx="11823565" cy="687418"/>
          </a:xfrm>
        </p:spPr>
        <p:txBody>
          <a:bodyPr>
            <a:noAutofit/>
          </a:bodyPr>
          <a:lstStyle/>
          <a:p>
            <a:r>
              <a:rPr lang="en-GB" sz="4800">
                <a:latin typeface="Georgia Pro"/>
                <a:ea typeface="Calibri Light"/>
                <a:cs typeface="Calibri Light"/>
              </a:rPr>
              <a:t>Why windowing is necessary?</a:t>
            </a:r>
            <a:endParaRPr lang="en-GB" sz="4800" err="1">
              <a:latin typeface="Georgia Pro"/>
            </a:endParaRPr>
          </a:p>
        </p:txBody>
      </p:sp>
      <p:sp>
        <p:nvSpPr>
          <p:cNvPr id="3" name="Subtitle 2">
            <a:extLst>
              <a:ext uri="{FF2B5EF4-FFF2-40B4-BE49-F238E27FC236}">
                <a16:creationId xmlns:a16="http://schemas.microsoft.com/office/drawing/2014/main" id="{ABA52FAD-3E7E-42FA-B2A7-73A4CF49F8D0}"/>
              </a:ext>
            </a:extLst>
          </p:cNvPr>
          <p:cNvSpPr>
            <a:spLocks noGrp="1"/>
          </p:cNvSpPr>
          <p:nvPr>
            <p:ph type="subTitle" idx="1"/>
          </p:nvPr>
        </p:nvSpPr>
        <p:spPr>
          <a:xfrm>
            <a:off x="217715" y="801069"/>
            <a:ext cx="11750523" cy="5817445"/>
          </a:xfrm>
        </p:spPr>
        <p:txBody>
          <a:bodyPr vert="horz" lIns="91440" tIns="45720" rIns="91440" bIns="45720" rtlCol="0" anchor="t">
            <a:normAutofit/>
          </a:bodyPr>
          <a:lstStyle/>
          <a:p>
            <a:pPr marL="342900" indent="-342900" algn="l">
              <a:buChar char="•"/>
            </a:pPr>
            <a:r>
              <a:rPr lang="en-GB" sz="1600" dirty="0">
                <a:ea typeface="Calibri"/>
                <a:cs typeface="Calibri"/>
              </a:rPr>
              <a:t>To analyse long recordings, we must first cut it in shorter chunks, however cutting at sharp edges introduces a problem called spectral leakage, this is when energy from a frequency </a:t>
            </a:r>
            <a:r>
              <a:rPr lang="en-GB" sz="1600">
                <a:ea typeface="Calibri"/>
                <a:cs typeface="Calibri"/>
              </a:rPr>
              <a:t>smea</a:t>
            </a:r>
            <a:r>
              <a:rPr lang="en-GB" sz="1600" dirty="0">
                <a:ea typeface="Calibri"/>
                <a:cs typeface="Calibri"/>
              </a:rPr>
              <a:t>rs into its neighbours blurring the actual picture of the sound, potentially burying the faint call of ot</a:t>
            </a:r>
            <a:r>
              <a:rPr lang="en-GB" sz="1600">
                <a:ea typeface="Calibri"/>
                <a:cs typeface="Calibri"/>
              </a:rPr>
              <a:t>her birds under a loud </a:t>
            </a:r>
            <a:r>
              <a:rPr lang="en-GB" sz="1600" dirty="0">
                <a:ea typeface="Calibri"/>
                <a:cs typeface="Calibri"/>
              </a:rPr>
              <a:t>. </a:t>
            </a:r>
            <a:endParaRPr lang="en-US"/>
          </a:p>
          <a:p>
            <a:pPr marL="342900" indent="-342900" algn="l">
              <a:buChar char="•"/>
            </a:pPr>
            <a:r>
              <a:rPr lang="en-GB" sz="1600" dirty="0">
                <a:ea typeface="Calibri"/>
                <a:cs typeface="Calibri"/>
              </a:rPr>
              <a:t>Windowing functions like Hann, Hamming or Blackman are used to taper the edges of each block smoothly, each making a slightly different trade-off between preserving frequency </a:t>
            </a:r>
            <a:r>
              <a:rPr lang="en-GB" sz="1600">
                <a:ea typeface="Calibri"/>
                <a:cs typeface="Calibri"/>
              </a:rPr>
              <a:t>detail and supressing leakage, hence why choosing the right windowing function is important.</a:t>
            </a:r>
          </a:p>
          <a:p>
            <a:pPr marL="285750" indent="-285750" algn="l">
              <a:buChar char="•"/>
            </a:pPr>
            <a:r>
              <a:rPr lang="en-GB" sz="1600" dirty="0">
                <a:ea typeface="Calibri"/>
                <a:cs typeface="Calibri"/>
              </a:rPr>
              <a:t>The window size we choose directly </a:t>
            </a:r>
            <a:r>
              <a:rPr lang="en-GB" sz="1600">
                <a:ea typeface="Calibri"/>
                <a:cs typeface="Calibri"/>
              </a:rPr>
              <a:t>affect</a:t>
            </a:r>
            <a:r>
              <a:rPr lang="en-GB" sz="1600" dirty="0">
                <a:ea typeface="Calibri"/>
                <a:cs typeface="Calibri"/>
              </a:rPr>
              <a:t> time and frequency resolutions (Trade off):</a:t>
            </a:r>
          </a:p>
          <a:p>
            <a:pPr marL="742950" lvl="1" indent="-285750" algn="l">
              <a:buFont typeface="Courier New" panose="020B0604020202020204" pitchFamily="34" charset="0"/>
              <a:buChar char="o"/>
            </a:pPr>
            <a:r>
              <a:rPr lang="en-GB" sz="1400" dirty="0">
                <a:ea typeface="Calibri"/>
                <a:cs typeface="Calibri"/>
              </a:rPr>
              <a:t>Short Window provides high time resolution meaning it can capture rapid, sharp bird calls clearly but with a </a:t>
            </a:r>
            <a:r>
              <a:rPr lang="en-GB" sz="1400">
                <a:ea typeface="Calibri"/>
                <a:cs typeface="Calibri"/>
              </a:rPr>
              <a:t>coarser frequency.</a:t>
            </a:r>
          </a:p>
          <a:p>
            <a:pPr marL="742950" lvl="1" indent="-285750" algn="l">
              <a:buFont typeface="Courier New" panose="020B0604020202020204" pitchFamily="34" charset="0"/>
              <a:buChar char="o"/>
            </a:pPr>
            <a:r>
              <a:rPr lang="en-GB" sz="1400" dirty="0">
                <a:ea typeface="Calibri"/>
                <a:cs typeface="Calibri"/>
              </a:rPr>
              <a:t>Long Window provides high frequency resolution, meaning it can clearly separate 2 </a:t>
            </a:r>
            <a:r>
              <a:rPr lang="en-GB" sz="1400">
                <a:ea typeface="Calibri"/>
                <a:cs typeface="Calibri"/>
              </a:rPr>
              <a:t>similar pitches but blurs fast changes in exchange.</a:t>
            </a:r>
          </a:p>
          <a:p>
            <a:pPr lvl="1" algn="l"/>
            <a:endParaRPr lang="en-GB" sz="1400" dirty="0">
              <a:ea typeface="Calibri"/>
              <a:cs typeface="Calibri"/>
            </a:endParaRPr>
          </a:p>
          <a:p>
            <a:pPr marL="342900" indent="-342900">
              <a:buChar char="•"/>
            </a:pPr>
            <a:endParaRPr lang="en-GB" sz="1600" dirty="0">
              <a:ea typeface="Calibri"/>
              <a:cs typeface="Calibri"/>
            </a:endParaRPr>
          </a:p>
        </p:txBody>
      </p:sp>
      <p:pic>
        <p:nvPicPr>
          <p:cNvPr id="5" name="Picture 4">
            <a:extLst>
              <a:ext uri="{FF2B5EF4-FFF2-40B4-BE49-F238E27FC236}">
                <a16:creationId xmlns:a16="http://schemas.microsoft.com/office/drawing/2014/main" id="{750DAD3B-F3C3-5837-1178-5D3831C46AB5}"/>
              </a:ext>
            </a:extLst>
          </p:cNvPr>
          <p:cNvPicPr>
            <a:picLocks noChangeAspect="1"/>
          </p:cNvPicPr>
          <p:nvPr/>
        </p:nvPicPr>
        <p:blipFill>
          <a:blip r:embed="rId3"/>
          <a:srcRect l="4700" t="573" r="3812" b="-231"/>
          <a:stretch>
            <a:fillRect/>
          </a:stretch>
        </p:blipFill>
        <p:spPr>
          <a:xfrm>
            <a:off x="6294091" y="3582819"/>
            <a:ext cx="5894953" cy="2286272"/>
          </a:xfrm>
          <a:prstGeom prst="rect">
            <a:avLst/>
          </a:prstGeom>
        </p:spPr>
      </p:pic>
    </p:spTree>
    <p:extLst>
      <p:ext uri="{BB962C8B-B14F-4D97-AF65-F5344CB8AC3E}">
        <p14:creationId xmlns:p14="http://schemas.microsoft.com/office/powerpoint/2010/main" val="1955888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C2D19-A5F4-21DF-A01B-EA02152B1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D0919-37C5-FC47-F175-E9EED5094EFC}"/>
              </a:ext>
            </a:extLst>
          </p:cNvPr>
          <p:cNvSpPr>
            <a:spLocks noGrp="1"/>
          </p:cNvSpPr>
          <p:nvPr>
            <p:ph type="ctrTitle"/>
          </p:nvPr>
        </p:nvSpPr>
        <p:spPr>
          <a:xfrm>
            <a:off x="739" y="107574"/>
            <a:ext cx="11823565" cy="687418"/>
          </a:xfrm>
        </p:spPr>
        <p:txBody>
          <a:bodyPr>
            <a:noAutofit/>
          </a:bodyPr>
          <a:lstStyle/>
          <a:p>
            <a:r>
              <a:rPr lang="en-GB" sz="4800">
                <a:latin typeface="Georgia Pro"/>
                <a:ea typeface="Calibri Light"/>
                <a:cs typeface="Calibri Light"/>
              </a:rPr>
              <a:t>STFT &amp; Spectrogram</a:t>
            </a:r>
            <a:endParaRPr lang="en-GB" sz="4800" err="1">
              <a:latin typeface="Georgia Pro"/>
            </a:endParaRPr>
          </a:p>
        </p:txBody>
      </p:sp>
      <p:sp>
        <p:nvSpPr>
          <p:cNvPr id="3" name="Subtitle 2">
            <a:extLst>
              <a:ext uri="{FF2B5EF4-FFF2-40B4-BE49-F238E27FC236}">
                <a16:creationId xmlns:a16="http://schemas.microsoft.com/office/drawing/2014/main" id="{B83D98C4-7D3F-A4BB-E995-E2F09134DE3F}"/>
              </a:ext>
            </a:extLst>
          </p:cNvPr>
          <p:cNvSpPr>
            <a:spLocks noGrp="1"/>
          </p:cNvSpPr>
          <p:nvPr>
            <p:ph type="subTitle" idx="1"/>
          </p:nvPr>
        </p:nvSpPr>
        <p:spPr>
          <a:xfrm>
            <a:off x="217715" y="801069"/>
            <a:ext cx="11750523" cy="5817445"/>
          </a:xfrm>
        </p:spPr>
        <p:txBody>
          <a:bodyPr vert="horz" lIns="91440" tIns="45720" rIns="91440" bIns="45720" rtlCol="0" anchor="t">
            <a:normAutofit/>
          </a:bodyPr>
          <a:lstStyle/>
          <a:p>
            <a:pPr marL="342900" indent="-342900">
              <a:buChar char="•"/>
            </a:pPr>
            <a:r>
              <a:rPr lang="en-GB" sz="1600">
                <a:ea typeface="Calibri"/>
                <a:cs typeface="Calibri"/>
              </a:rPr>
              <a:t>The Spectrogram is a picture of the sound where time runs on the horizontal- axis, frequency (pitch) on vertical axis and the loudness of </a:t>
            </a:r>
            <a:r>
              <a:rPr lang="en-GB" sz="1600" dirty="0">
                <a:ea typeface="Calibri"/>
                <a:cs typeface="Calibri"/>
              </a:rPr>
              <a:t>each frequency at each moment is </a:t>
            </a:r>
            <a:r>
              <a:rPr lang="en-GB" sz="1600">
                <a:ea typeface="Calibri"/>
                <a:cs typeface="Calibri"/>
              </a:rPr>
              <a:t>represented by brightness.</a:t>
            </a:r>
            <a:endParaRPr lang="en-GB" sz="1600" dirty="0">
              <a:ea typeface="Calibri"/>
              <a:cs typeface="Calibri"/>
            </a:endParaRPr>
          </a:p>
          <a:p>
            <a:pPr marL="342900" indent="-342900">
              <a:buChar char="•"/>
            </a:pPr>
            <a:r>
              <a:rPr lang="en-GB" sz="1600" dirty="0">
                <a:ea typeface="Calibri"/>
                <a:cs typeface="Calibri"/>
              </a:rPr>
              <a:t>The SFTF (Short-Time Fourier </a:t>
            </a:r>
            <a:r>
              <a:rPr lang="en-GB" sz="1600">
                <a:ea typeface="Calibri"/>
                <a:cs typeface="Calibri"/>
              </a:rPr>
              <a:t>Transform</a:t>
            </a:r>
            <a:r>
              <a:rPr lang="en-GB" sz="1600" dirty="0">
                <a:ea typeface="Calibri"/>
                <a:cs typeface="Calibri"/>
              </a:rPr>
              <a:t>) is exactly what </a:t>
            </a:r>
            <a:r>
              <a:rPr lang="en-GB" sz="1600">
                <a:ea typeface="Calibri"/>
                <a:cs typeface="Calibri"/>
              </a:rPr>
              <a:t>produces this image by sliding the analysis window across the entire recording, taking an FFT at each step and layering them side by side.</a:t>
            </a:r>
            <a:endParaRPr lang="en-GB" sz="1600" dirty="0">
              <a:ea typeface="Calibri"/>
              <a:cs typeface="Calibri"/>
            </a:endParaRPr>
          </a:p>
          <a:p>
            <a:pPr marL="342900" indent="-342900">
              <a:buChar char="•"/>
            </a:pPr>
            <a:r>
              <a:rPr lang="en-GB" sz="1600">
                <a:ea typeface="Calibri"/>
                <a:cs typeface="Calibri"/>
              </a:rPr>
              <a:t>Every modern bird classifier uses this image (spectrogram), rather than the raw audio file itself. Every step before this slide exists to produce the best spectrogram possible, while everything after exists to read/process it (The windowing step earlier directly shapes this image).</a:t>
            </a:r>
          </a:p>
          <a:p>
            <a:pPr marL="342900" indent="-342900">
              <a:buChar char="•"/>
            </a:pPr>
            <a:r>
              <a:rPr lang="en-GB" sz="1600" dirty="0" err="1">
                <a:ea typeface="Calibri"/>
                <a:cs typeface="Calibri"/>
              </a:rPr>
              <a:t>BirdNET's</a:t>
            </a:r>
            <a:r>
              <a:rPr lang="en-GB" sz="1600" dirty="0">
                <a:ea typeface="Calibri"/>
                <a:cs typeface="Calibri"/>
              </a:rPr>
              <a:t> research reveals that short-window (high time resolution) works best for birds, as their calls are so rapid and sharp.</a:t>
            </a:r>
          </a:p>
          <a:p>
            <a:pPr marL="342900" indent="-342900">
              <a:buChar char="•"/>
            </a:pPr>
            <a:endParaRPr lang="en-GB" dirty="0">
              <a:ea typeface="Calibri"/>
              <a:cs typeface="Calibri"/>
            </a:endParaRPr>
          </a:p>
          <a:p>
            <a:pPr marL="342900" indent="-342900">
              <a:buChar char="•"/>
            </a:pPr>
            <a:endParaRPr lang="en-GB" dirty="0">
              <a:ea typeface="Calibri"/>
              <a:cs typeface="Calibri"/>
            </a:endParaRPr>
          </a:p>
          <a:p>
            <a:pPr marL="342900" indent="-342900">
              <a:buChar char="•"/>
            </a:pPr>
            <a:endParaRPr lang="en-GB" dirty="0">
              <a:ea typeface="Calibri"/>
              <a:cs typeface="Calibri"/>
            </a:endParaRPr>
          </a:p>
          <a:p>
            <a:endParaRPr lang="en-US" sz="1500" dirty="0">
              <a:ea typeface="Calibri"/>
              <a:cs typeface="Calibri"/>
            </a:endParaRPr>
          </a:p>
          <a:p>
            <a:endParaRPr lang="en-US" sz="1300" dirty="0">
              <a:ea typeface="Calibri"/>
              <a:cs typeface="Calibri"/>
            </a:endParaRPr>
          </a:p>
          <a:p>
            <a:endParaRPr lang="en-GB" dirty="0">
              <a:ea typeface="Calibri"/>
              <a:cs typeface="Calibri"/>
            </a:endParaRPr>
          </a:p>
        </p:txBody>
      </p:sp>
      <p:pic>
        <p:nvPicPr>
          <p:cNvPr id="4" name="Picture 3">
            <a:extLst>
              <a:ext uri="{FF2B5EF4-FFF2-40B4-BE49-F238E27FC236}">
                <a16:creationId xmlns:a16="http://schemas.microsoft.com/office/drawing/2014/main" id="{CDD0FDA7-EAE2-F625-9651-332D7C8C8E8F}"/>
              </a:ext>
            </a:extLst>
          </p:cNvPr>
          <p:cNvPicPr>
            <a:picLocks noChangeAspect="1"/>
          </p:cNvPicPr>
          <p:nvPr/>
        </p:nvPicPr>
        <p:blipFill>
          <a:blip r:embed="rId2"/>
          <a:stretch>
            <a:fillRect/>
          </a:stretch>
        </p:blipFill>
        <p:spPr>
          <a:xfrm>
            <a:off x="5206666" y="3112418"/>
            <a:ext cx="6183563" cy="3667794"/>
          </a:xfrm>
          <a:prstGeom prst="rect">
            <a:avLst/>
          </a:prstGeom>
        </p:spPr>
      </p:pic>
      <p:pic>
        <p:nvPicPr>
          <p:cNvPr id="7" name="Picture 6">
            <a:extLst>
              <a:ext uri="{FF2B5EF4-FFF2-40B4-BE49-F238E27FC236}">
                <a16:creationId xmlns:a16="http://schemas.microsoft.com/office/drawing/2014/main" id="{CB9395A8-13E4-E0C1-1681-99AD5731F11D}"/>
              </a:ext>
            </a:extLst>
          </p:cNvPr>
          <p:cNvPicPr>
            <a:picLocks noChangeAspect="1"/>
          </p:cNvPicPr>
          <p:nvPr/>
        </p:nvPicPr>
        <p:blipFill>
          <a:blip r:embed="rId3"/>
          <a:stretch>
            <a:fillRect/>
          </a:stretch>
        </p:blipFill>
        <p:spPr>
          <a:xfrm>
            <a:off x="491207" y="3432007"/>
            <a:ext cx="4572168" cy="3175669"/>
          </a:xfrm>
          <a:prstGeom prst="rect">
            <a:avLst/>
          </a:prstGeom>
        </p:spPr>
      </p:pic>
    </p:spTree>
    <p:extLst>
      <p:ext uri="{BB962C8B-B14F-4D97-AF65-F5344CB8AC3E}">
        <p14:creationId xmlns:p14="http://schemas.microsoft.com/office/powerpoint/2010/main" val="1992283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F5B4-0038-6232-9963-AAA0A11FE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0BABB-0ACD-018C-E1B3-31EBEC6522C0}"/>
              </a:ext>
            </a:extLst>
          </p:cNvPr>
          <p:cNvSpPr>
            <a:spLocks noGrp="1"/>
          </p:cNvSpPr>
          <p:nvPr>
            <p:ph type="ctrTitle"/>
          </p:nvPr>
        </p:nvSpPr>
        <p:spPr>
          <a:xfrm>
            <a:off x="739" y="107574"/>
            <a:ext cx="11823565" cy="687418"/>
          </a:xfrm>
        </p:spPr>
        <p:txBody>
          <a:bodyPr vert="horz" lIns="91440" tIns="45720" rIns="91440" bIns="45720" rtlCol="0" anchor="b">
            <a:noAutofit/>
          </a:bodyPr>
          <a:lstStyle/>
          <a:p>
            <a:r>
              <a:rPr lang="en-GB" sz="4800">
                <a:latin typeface="Georgia Pro"/>
                <a:ea typeface="Calibri Light"/>
                <a:cs typeface="Calibri Light"/>
              </a:rPr>
              <a:t>Sinusoidal</a:t>
            </a:r>
            <a:r>
              <a:rPr lang="en-GB" sz="4800" dirty="0">
                <a:latin typeface="Georgia Pro"/>
                <a:ea typeface="Calibri Light"/>
                <a:cs typeface="Calibri Light"/>
              </a:rPr>
              <a:t> Modelling</a:t>
            </a:r>
            <a:endParaRPr lang="en-GB" dirty="0" err="1">
              <a:latin typeface="Georgia Pro"/>
            </a:endParaRPr>
          </a:p>
        </p:txBody>
      </p:sp>
      <p:sp>
        <p:nvSpPr>
          <p:cNvPr id="3" name="Subtitle 2">
            <a:extLst>
              <a:ext uri="{FF2B5EF4-FFF2-40B4-BE49-F238E27FC236}">
                <a16:creationId xmlns:a16="http://schemas.microsoft.com/office/drawing/2014/main" id="{DD446EE4-703E-3AED-9AB8-0781921889E3}"/>
              </a:ext>
            </a:extLst>
          </p:cNvPr>
          <p:cNvSpPr>
            <a:spLocks noGrp="1"/>
          </p:cNvSpPr>
          <p:nvPr>
            <p:ph type="subTitle" idx="1"/>
          </p:nvPr>
        </p:nvSpPr>
        <p:spPr>
          <a:xfrm>
            <a:off x="217715" y="801069"/>
            <a:ext cx="11750523" cy="5817445"/>
          </a:xfrm>
        </p:spPr>
        <p:txBody>
          <a:bodyPr vert="horz" lIns="91440" tIns="45720" rIns="91440" bIns="45720" rtlCol="0" anchor="t">
            <a:normAutofit/>
          </a:bodyPr>
          <a:lstStyle/>
          <a:p>
            <a:pPr marL="342900" indent="-342900">
              <a:buChar char="•"/>
            </a:pPr>
            <a:r>
              <a:rPr lang="en-GB" sz="1600" dirty="0">
                <a:ea typeface="Calibri"/>
                <a:cs typeface="Calibri"/>
              </a:rPr>
              <a:t>Sinusoidal modelling consists in find the brightest peaks of energy (strongest frequencies at each instant) and </a:t>
            </a:r>
            <a:r>
              <a:rPr lang="en-GB" sz="1600">
                <a:ea typeface="Calibri"/>
                <a:cs typeface="Calibri"/>
              </a:rPr>
              <a:t>connect them overtime into trajectories.</a:t>
            </a:r>
            <a:endParaRPr lang="en-GB" sz="1600" dirty="0">
              <a:ea typeface="Calibri"/>
              <a:cs typeface="Calibri"/>
            </a:endParaRPr>
          </a:p>
          <a:p>
            <a:pPr marL="342900" indent="-342900">
              <a:buChar char="•"/>
            </a:pPr>
            <a:r>
              <a:rPr lang="en-GB" sz="1600" dirty="0">
                <a:ea typeface="Calibri"/>
                <a:cs typeface="Calibri"/>
              </a:rPr>
              <a:t>Outlining these peaks makes it much simpler for human eyes and machines to visualise the individuality of a robin's call compared to a </a:t>
            </a:r>
            <a:r>
              <a:rPr lang="en-GB" sz="1600" dirty="0" err="1">
                <a:ea typeface="Calibri"/>
                <a:cs typeface="Calibri"/>
              </a:rPr>
              <a:t>balckbird</a:t>
            </a:r>
            <a:r>
              <a:rPr lang="en-GB" sz="1600" dirty="0">
                <a:ea typeface="Calibri"/>
                <a:cs typeface="Calibri"/>
              </a:rPr>
              <a:t>, as each have their own unique characteristically patterns (composed of descending whistles, rising sweeps, trills, and rising sweeps), a kind of biometric signature. </a:t>
            </a:r>
          </a:p>
          <a:p>
            <a:endParaRPr lang="en-GB" dirty="0">
              <a:ea typeface="Calibri"/>
              <a:cs typeface="Calibri"/>
            </a:endParaRPr>
          </a:p>
          <a:p>
            <a:br>
              <a:rPr lang="en-GB" sz="1700" dirty="0">
                <a:solidFill>
                  <a:srgbClr val="FF0000"/>
                </a:solidFill>
                <a:ea typeface="Calibri"/>
                <a:cs typeface="Calibri"/>
              </a:rPr>
            </a:br>
            <a:endParaRPr lang="en-GB" sz="1700" dirty="0">
              <a:solidFill>
                <a:srgbClr val="FF0000"/>
              </a:solidFill>
              <a:ea typeface="Calibri"/>
              <a:cs typeface="Calibri"/>
            </a:endParaRPr>
          </a:p>
        </p:txBody>
      </p:sp>
      <p:pic>
        <p:nvPicPr>
          <p:cNvPr id="4" name="Picture 3">
            <a:extLst>
              <a:ext uri="{FF2B5EF4-FFF2-40B4-BE49-F238E27FC236}">
                <a16:creationId xmlns:a16="http://schemas.microsoft.com/office/drawing/2014/main" id="{8CF2730B-1A49-E134-6988-C1D61B381AD8}"/>
              </a:ext>
            </a:extLst>
          </p:cNvPr>
          <p:cNvPicPr>
            <a:picLocks noChangeAspect="1"/>
          </p:cNvPicPr>
          <p:nvPr/>
        </p:nvPicPr>
        <p:blipFill>
          <a:blip r:embed="rId2"/>
          <a:srcRect t="2089" r="-186" b="6085"/>
          <a:stretch>
            <a:fillRect/>
          </a:stretch>
        </p:blipFill>
        <p:spPr>
          <a:xfrm>
            <a:off x="7977710" y="1904999"/>
            <a:ext cx="3647291" cy="4874397"/>
          </a:xfrm>
          <a:prstGeom prst="rect">
            <a:avLst/>
          </a:prstGeom>
        </p:spPr>
      </p:pic>
      <p:pic>
        <p:nvPicPr>
          <p:cNvPr id="5" name="Picture 4" descr="A diagram of a graph&#10;&#10;AI-generated content may be incorrect.">
            <a:extLst>
              <a:ext uri="{FF2B5EF4-FFF2-40B4-BE49-F238E27FC236}">
                <a16:creationId xmlns:a16="http://schemas.microsoft.com/office/drawing/2014/main" id="{9AD7040F-4E71-8155-A591-71EF1C0A2734}"/>
              </a:ext>
            </a:extLst>
          </p:cNvPr>
          <p:cNvPicPr>
            <a:picLocks noChangeAspect="1"/>
          </p:cNvPicPr>
          <p:nvPr/>
        </p:nvPicPr>
        <p:blipFill>
          <a:blip r:embed="rId3"/>
          <a:stretch>
            <a:fillRect/>
          </a:stretch>
        </p:blipFill>
        <p:spPr>
          <a:xfrm>
            <a:off x="498809" y="2112545"/>
            <a:ext cx="7070224" cy="4745122"/>
          </a:xfrm>
          <a:prstGeom prst="rect">
            <a:avLst/>
          </a:prstGeom>
        </p:spPr>
      </p:pic>
    </p:spTree>
    <p:extLst>
      <p:ext uri="{BB962C8B-B14F-4D97-AF65-F5344CB8AC3E}">
        <p14:creationId xmlns:p14="http://schemas.microsoft.com/office/powerpoint/2010/main" val="1204467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7271F-D511-C6B8-FE80-640936271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3E4DD-77A2-E5CE-AAC5-B98460D444D9}"/>
              </a:ext>
            </a:extLst>
          </p:cNvPr>
          <p:cNvSpPr>
            <a:spLocks noGrp="1"/>
          </p:cNvSpPr>
          <p:nvPr>
            <p:ph type="ctrTitle"/>
          </p:nvPr>
        </p:nvSpPr>
        <p:spPr>
          <a:xfrm>
            <a:off x="739" y="107574"/>
            <a:ext cx="11823565" cy="687418"/>
          </a:xfrm>
        </p:spPr>
        <p:txBody>
          <a:bodyPr vert="horz" lIns="91440" tIns="45720" rIns="91440" bIns="45720" rtlCol="0" anchor="b">
            <a:noAutofit/>
          </a:bodyPr>
          <a:lstStyle/>
          <a:p>
            <a:r>
              <a:rPr lang="en-GB" sz="4800" dirty="0" err="1">
                <a:latin typeface="Georgia Pro"/>
                <a:ea typeface="Calibri Light"/>
                <a:cs typeface="Calibri Light"/>
              </a:rPr>
              <a:t>BirdNET</a:t>
            </a:r>
            <a:r>
              <a:rPr lang="en-GB" sz="4800" dirty="0">
                <a:latin typeface="Georgia Pro"/>
                <a:ea typeface="Calibri Light"/>
                <a:cs typeface="Calibri Light"/>
              </a:rPr>
              <a:t> Classifier</a:t>
            </a:r>
            <a:endParaRPr lang="en-GB" dirty="0" err="1">
              <a:latin typeface="Georgia Pro"/>
            </a:endParaRPr>
          </a:p>
        </p:txBody>
      </p:sp>
      <p:sp>
        <p:nvSpPr>
          <p:cNvPr id="3" name="Subtitle 2">
            <a:extLst>
              <a:ext uri="{FF2B5EF4-FFF2-40B4-BE49-F238E27FC236}">
                <a16:creationId xmlns:a16="http://schemas.microsoft.com/office/drawing/2014/main" id="{306E0F65-AADB-6689-B2DC-E6642E8277DD}"/>
              </a:ext>
            </a:extLst>
          </p:cNvPr>
          <p:cNvSpPr>
            <a:spLocks noGrp="1"/>
          </p:cNvSpPr>
          <p:nvPr>
            <p:ph type="subTitle" idx="1"/>
          </p:nvPr>
        </p:nvSpPr>
        <p:spPr>
          <a:xfrm>
            <a:off x="217715" y="801069"/>
            <a:ext cx="11750523" cy="5817445"/>
          </a:xfrm>
        </p:spPr>
        <p:txBody>
          <a:bodyPr vert="horz" lIns="91440" tIns="45720" rIns="91440" bIns="45720" rtlCol="0" anchor="t">
            <a:normAutofit/>
          </a:bodyPr>
          <a:lstStyle/>
          <a:p>
            <a:pPr marL="342900" indent="-342900">
              <a:buChar char="•"/>
            </a:pPr>
            <a:r>
              <a:rPr lang="en-GB" sz="1600" dirty="0">
                <a:ea typeface="Calibri"/>
                <a:cs typeface="Calibri"/>
              </a:rPr>
              <a:t>Once we have a clean picture (spectrogram), we can have the ML (machine learning) "birdwatcher"</a:t>
            </a:r>
            <a:r>
              <a:rPr lang="en-GB" sz="1600">
                <a:ea typeface="Calibri"/>
                <a:cs typeface="Calibri"/>
              </a:rPr>
              <a:t> analyse it.</a:t>
            </a:r>
            <a:endParaRPr lang="en-US">
              <a:ea typeface="Calibri" panose="020F0502020204030204"/>
              <a:cs typeface="Calibri" panose="020F0502020204030204"/>
            </a:endParaRPr>
          </a:p>
          <a:p>
            <a:pPr marL="342900" indent="-342900">
              <a:buChar char="•"/>
            </a:pPr>
            <a:r>
              <a:rPr lang="en-GB" sz="1600" dirty="0">
                <a:ea typeface="Calibri"/>
                <a:cs typeface="Calibri"/>
              </a:rPr>
              <a:t>ML models like </a:t>
            </a:r>
            <a:r>
              <a:rPr lang="en-GB" sz="1600" dirty="0" err="1">
                <a:ea typeface="Calibri"/>
                <a:cs typeface="Calibri"/>
              </a:rPr>
              <a:t>BirdNET</a:t>
            </a:r>
            <a:r>
              <a:rPr lang="en-GB" sz="1600" dirty="0">
                <a:ea typeface="Calibri"/>
                <a:cs typeface="Calibri"/>
              </a:rPr>
              <a:t> don’t listen the audio itself but rather analyse the spectrogram images using computer vision techniques (same technology used for facial recognition), to predict which bird species are singing.</a:t>
            </a:r>
            <a:endParaRPr lang="en-GB" sz="1600">
              <a:ea typeface="Calibri"/>
              <a:cs typeface="Calibri"/>
            </a:endParaRPr>
          </a:p>
          <a:p>
            <a:pPr marL="342900" indent="-342900">
              <a:buChar char="•"/>
            </a:pPr>
            <a:r>
              <a:rPr lang="en-US" sz="1600" dirty="0" err="1">
                <a:ea typeface="Calibri"/>
                <a:cs typeface="Calibri"/>
              </a:rPr>
              <a:t>BirdNET</a:t>
            </a:r>
            <a:r>
              <a:rPr lang="en-US" sz="1600" dirty="0">
                <a:ea typeface="Calibri"/>
                <a:cs typeface="Calibri"/>
              </a:rPr>
              <a:t> treats spectrograms as monochrome image</a:t>
            </a:r>
            <a:r>
              <a:rPr lang="en-GB" sz="1600" dirty="0">
                <a:ea typeface="Calibri"/>
                <a:cs typeface="Calibri"/>
              </a:rPr>
              <a:t>,</a:t>
            </a:r>
            <a:r>
              <a:rPr lang="en-US" sz="1600" dirty="0">
                <a:ea typeface="Calibri"/>
                <a:cs typeface="Calibri"/>
              </a:rPr>
              <a:t> and it can identify up to 6,500+ species simply by the shape of their sound.</a:t>
            </a:r>
            <a:endParaRPr lang="en-GB" sz="1600" dirty="0">
              <a:ea typeface="Calibri"/>
              <a:cs typeface="Calibri"/>
            </a:endParaRPr>
          </a:p>
          <a:p>
            <a:endParaRPr lang="en-GB" dirty="0">
              <a:solidFill>
                <a:srgbClr val="000000"/>
              </a:solidFill>
              <a:ea typeface="Calibri"/>
              <a:cs typeface="Calibri"/>
            </a:endParaRPr>
          </a:p>
          <a:p>
            <a:endParaRPr lang="en-GB" dirty="0">
              <a:solidFill>
                <a:srgbClr val="FF0000"/>
              </a:solidFill>
              <a:ea typeface="Calibri"/>
              <a:cs typeface="Calibri"/>
            </a:endParaRPr>
          </a:p>
        </p:txBody>
      </p:sp>
      <p:pic>
        <p:nvPicPr>
          <p:cNvPr id="4" name="Picture 3" descr="A diagram of a birdnet model&#10;&#10;AI-generated content may be incorrect.">
            <a:extLst>
              <a:ext uri="{FF2B5EF4-FFF2-40B4-BE49-F238E27FC236}">
                <a16:creationId xmlns:a16="http://schemas.microsoft.com/office/drawing/2014/main" id="{CDEBF2FD-B44D-224E-F41D-BF40C148370A}"/>
              </a:ext>
            </a:extLst>
          </p:cNvPr>
          <p:cNvPicPr>
            <a:picLocks noChangeAspect="1"/>
          </p:cNvPicPr>
          <p:nvPr/>
        </p:nvPicPr>
        <p:blipFill>
          <a:blip r:embed="rId2"/>
          <a:srcRect l="4694" r="764"/>
          <a:stretch>
            <a:fillRect/>
          </a:stretch>
        </p:blipFill>
        <p:spPr>
          <a:xfrm>
            <a:off x="3995592" y="2101530"/>
            <a:ext cx="4205167" cy="1328989"/>
          </a:xfrm>
          <a:prstGeom prst="rect">
            <a:avLst/>
          </a:prstGeom>
        </p:spPr>
      </p:pic>
      <p:pic>
        <p:nvPicPr>
          <p:cNvPr id="5" name="Picture 4" descr="A screenshot of a computer screen&#10;&#10;AI-generated content may be incorrect.">
            <a:extLst>
              <a:ext uri="{FF2B5EF4-FFF2-40B4-BE49-F238E27FC236}">
                <a16:creationId xmlns:a16="http://schemas.microsoft.com/office/drawing/2014/main" id="{9DA08A6E-6DBB-0D0D-3CEC-ADA379A47380}"/>
              </a:ext>
            </a:extLst>
          </p:cNvPr>
          <p:cNvPicPr>
            <a:picLocks noChangeAspect="1"/>
          </p:cNvPicPr>
          <p:nvPr/>
        </p:nvPicPr>
        <p:blipFill>
          <a:blip r:embed="rId3"/>
          <a:srcRect l="369" t="-227" r="92" b="33182"/>
          <a:stretch>
            <a:fillRect/>
          </a:stretch>
        </p:blipFill>
        <p:spPr>
          <a:xfrm>
            <a:off x="628335" y="3615370"/>
            <a:ext cx="10945169" cy="2999310"/>
          </a:xfrm>
          <a:prstGeom prst="rect">
            <a:avLst/>
          </a:prstGeom>
        </p:spPr>
      </p:pic>
    </p:spTree>
    <p:extLst>
      <p:ext uri="{BB962C8B-B14F-4D97-AF65-F5344CB8AC3E}">
        <p14:creationId xmlns:p14="http://schemas.microsoft.com/office/powerpoint/2010/main" val="2568569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D2B5-6E81-5DA8-0D7F-BD055B753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AADEC-E1B8-7204-D3C4-AAB165063BB1}"/>
              </a:ext>
            </a:extLst>
          </p:cNvPr>
          <p:cNvSpPr>
            <a:spLocks noGrp="1"/>
          </p:cNvSpPr>
          <p:nvPr>
            <p:ph type="ctrTitle"/>
          </p:nvPr>
        </p:nvSpPr>
        <p:spPr>
          <a:xfrm>
            <a:off x="739" y="107574"/>
            <a:ext cx="11823565" cy="687418"/>
          </a:xfrm>
        </p:spPr>
        <p:txBody>
          <a:bodyPr>
            <a:noAutofit/>
          </a:bodyPr>
          <a:lstStyle/>
          <a:p>
            <a:r>
              <a:rPr lang="en-GB" sz="4800">
                <a:latin typeface="Georgia Pro"/>
                <a:ea typeface="Calibri Light"/>
                <a:cs typeface="Calibri Light"/>
              </a:rPr>
              <a:t>Why Machines Still Need Humans?</a:t>
            </a:r>
          </a:p>
        </p:txBody>
      </p:sp>
      <p:sp>
        <p:nvSpPr>
          <p:cNvPr id="3" name="Subtitle 2">
            <a:extLst>
              <a:ext uri="{FF2B5EF4-FFF2-40B4-BE49-F238E27FC236}">
                <a16:creationId xmlns:a16="http://schemas.microsoft.com/office/drawing/2014/main" id="{B24B09E5-3236-0B17-633C-E116060DF362}"/>
              </a:ext>
            </a:extLst>
          </p:cNvPr>
          <p:cNvSpPr>
            <a:spLocks noGrp="1"/>
          </p:cNvSpPr>
          <p:nvPr>
            <p:ph type="subTitle" idx="1"/>
          </p:nvPr>
        </p:nvSpPr>
        <p:spPr>
          <a:xfrm>
            <a:off x="217715" y="709629"/>
            <a:ext cx="11750523" cy="5817445"/>
          </a:xfrm>
        </p:spPr>
        <p:txBody>
          <a:bodyPr vert="horz" lIns="91440" tIns="45720" rIns="91440" bIns="45720" rtlCol="0" anchor="t">
            <a:normAutofit/>
          </a:bodyPr>
          <a:lstStyle/>
          <a:p>
            <a:pPr marL="342900" indent="-342900">
              <a:buChar char="•"/>
            </a:pPr>
            <a:r>
              <a:rPr lang="en-GB" sz="1600" dirty="0">
                <a:ea typeface="Calibri"/>
                <a:cs typeface="Calibri"/>
              </a:rPr>
              <a:t>All the hard work is done by the automated pipeline (data sorting, the mathematical processes, making spectrograms and assigning confidence scores) , however this does not leave humans </a:t>
            </a:r>
            <a:r>
              <a:rPr lang="en-GB" sz="1600">
                <a:ea typeface="Calibri"/>
                <a:cs typeface="Calibri"/>
              </a:rPr>
              <a:t>completely</a:t>
            </a:r>
            <a:r>
              <a:rPr lang="en-GB" sz="1600" dirty="0">
                <a:ea typeface="Calibri"/>
                <a:cs typeface="Calibri"/>
              </a:rPr>
              <a:t> out of the equation.</a:t>
            </a:r>
            <a:endParaRPr lang="en-GB" sz="1600" dirty="0">
              <a:solidFill>
                <a:srgbClr val="FF0000"/>
              </a:solidFill>
              <a:ea typeface="Calibri"/>
              <a:cs typeface="Calibri"/>
            </a:endParaRPr>
          </a:p>
          <a:p>
            <a:pPr marL="342900" indent="-342900">
              <a:buChar char="•"/>
            </a:pPr>
            <a:r>
              <a:rPr lang="en-GB" sz="1600">
                <a:ea typeface="Calibri"/>
                <a:cs typeface="Calibri"/>
              </a:rPr>
              <a:t>We still need bird experts to review the results, confirm uncertain results, find missing species (which bird experts can provide the lack of ecological context as to why that is).</a:t>
            </a:r>
            <a:endParaRPr lang="en-GB" sz="1600">
              <a:solidFill>
                <a:srgbClr val="FF0000"/>
              </a:solidFill>
              <a:ea typeface="Calibri"/>
              <a:cs typeface="Calibri"/>
            </a:endParaRPr>
          </a:p>
          <a:p>
            <a:pPr marL="342900" indent="-342900">
              <a:buChar char="•"/>
            </a:pPr>
            <a:r>
              <a:rPr lang="en-GB" sz="1600">
                <a:ea typeface="Calibri"/>
                <a:cs typeface="Calibri"/>
              </a:rPr>
              <a:t>The pipeline's objective is to slim down the work experts must do, from process all the data and analyse to review and verify the detections made by the ML model, which is exactly what allows for more reliable and refined results at this extensive amount of data.</a:t>
            </a:r>
          </a:p>
          <a:p>
            <a:pPr marL="342900" indent="-342900">
              <a:buFont typeface="Arial,Sans-Serif" panose="020B0604020202020204" pitchFamily="34" charset="0"/>
              <a:buChar char="•"/>
            </a:pPr>
            <a:r>
              <a:rPr lang="en-GB" sz="1600">
                <a:ea typeface="Calibri"/>
                <a:cs typeface="Calibri"/>
              </a:rPr>
              <a:t>A European study across 194 sites found that messy data recorded in the wildlife rather than a clean lab recording dropped the model's performance to an F1 score below 0.5</a:t>
            </a:r>
          </a:p>
          <a:p>
            <a:pPr marL="342900" indent="-342900">
              <a:buFont typeface="Arial,Sans-Serif" panose="020B0604020202020204" pitchFamily="34" charset="0"/>
              <a:buChar char="•"/>
            </a:pPr>
            <a:r>
              <a:rPr lang="en-GB" sz="1600">
                <a:ea typeface="Calibri"/>
                <a:cs typeface="Calibri"/>
              </a:rPr>
              <a:t>An F1 score of 0.5 stands for when a model makes enough mistakes to miss bird calls and display false alarms; decent enough as a result but needing significant verification, while an F1 score of 0.8 on the other hand would stand for a solid result but still needing some verification.</a:t>
            </a:r>
          </a:p>
          <a:p>
            <a:pPr marL="342900" indent="-342900">
              <a:buFont typeface="Arial,Sans-Serif" panose="020B0604020202020204" pitchFamily="34" charset="0"/>
              <a:buChar char="•"/>
            </a:pPr>
            <a:r>
              <a:rPr lang="en-GB" sz="1600" dirty="0">
                <a:ea typeface="Calibri"/>
                <a:cs typeface="Calibri"/>
              </a:rPr>
              <a:t>The model has been shown to make errors even in our own pipeline, where it detected Engine 596 times and Siren 24 times in one instance, however those are clearly false </a:t>
            </a:r>
            <a:r>
              <a:rPr lang="en-GB" sz="1600">
                <a:ea typeface="Calibri"/>
                <a:cs typeface="Calibri"/>
              </a:rPr>
              <a:t>positives</a:t>
            </a:r>
            <a:r>
              <a:rPr lang="en-GB" sz="1600" dirty="0">
                <a:ea typeface="Calibri"/>
                <a:cs typeface="Calibri"/>
              </a:rPr>
              <a:t> as there's no such bird species and it is most likely referring to car engines and ambulance/police sirens, this being concrete proof that we need human verification no matter how good the model we are using may be.</a:t>
            </a:r>
            <a:endParaRPr lang="en-GB" dirty="0"/>
          </a:p>
        </p:txBody>
      </p:sp>
      <p:pic>
        <p:nvPicPr>
          <p:cNvPr id="5" name="Picture 4" descr="A drawing of two people&#10;&#10;AI-generated content may be incorrect.">
            <a:extLst>
              <a:ext uri="{FF2B5EF4-FFF2-40B4-BE49-F238E27FC236}">
                <a16:creationId xmlns:a16="http://schemas.microsoft.com/office/drawing/2014/main" id="{79233627-97F5-B6CE-3274-E11A2602E670}"/>
              </a:ext>
            </a:extLst>
          </p:cNvPr>
          <p:cNvPicPr>
            <a:picLocks noChangeAspect="1"/>
          </p:cNvPicPr>
          <p:nvPr/>
        </p:nvPicPr>
        <p:blipFill>
          <a:blip r:embed="rId2"/>
          <a:stretch>
            <a:fillRect/>
          </a:stretch>
        </p:blipFill>
        <p:spPr>
          <a:xfrm>
            <a:off x="3671887" y="4703763"/>
            <a:ext cx="4848225" cy="1819275"/>
          </a:xfrm>
          <a:prstGeom prst="rect">
            <a:avLst/>
          </a:prstGeom>
        </p:spPr>
      </p:pic>
    </p:spTree>
    <p:extLst>
      <p:ext uri="{BB962C8B-B14F-4D97-AF65-F5344CB8AC3E}">
        <p14:creationId xmlns:p14="http://schemas.microsoft.com/office/powerpoint/2010/main" val="3358164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20B40-BFF5-4FA6-11F1-D290909F8E8D}"/>
              </a:ext>
            </a:extLst>
          </p:cNvPr>
          <p:cNvSpPr>
            <a:spLocks noGrp="1"/>
          </p:cNvSpPr>
          <p:nvPr>
            <p:ph type="ctrTitle"/>
          </p:nvPr>
        </p:nvSpPr>
        <p:spPr>
          <a:xfrm>
            <a:off x="739" y="107574"/>
            <a:ext cx="11823565" cy="687418"/>
          </a:xfrm>
        </p:spPr>
        <p:txBody>
          <a:bodyPr>
            <a:noAutofit/>
          </a:bodyPr>
          <a:lstStyle/>
          <a:p>
            <a:r>
              <a:rPr lang="en-GB" sz="4800">
                <a:latin typeface="Georgia Pro"/>
                <a:ea typeface="Calibri Light"/>
                <a:cs typeface="Calibri Light"/>
              </a:rPr>
              <a:t>Impact &amp; Next Steps</a:t>
            </a:r>
            <a:endParaRPr lang="en-GB" sz="4800">
              <a:latin typeface="Georgia Pro"/>
            </a:endParaRPr>
          </a:p>
        </p:txBody>
      </p:sp>
      <p:sp>
        <p:nvSpPr>
          <p:cNvPr id="3" name="Subtitle 2">
            <a:extLst>
              <a:ext uri="{FF2B5EF4-FFF2-40B4-BE49-F238E27FC236}">
                <a16:creationId xmlns:a16="http://schemas.microsoft.com/office/drawing/2014/main" id="{D8C2F390-84CA-142D-54AD-AF569A3C80AA}"/>
              </a:ext>
            </a:extLst>
          </p:cNvPr>
          <p:cNvSpPr>
            <a:spLocks noGrp="1"/>
          </p:cNvSpPr>
          <p:nvPr>
            <p:ph type="subTitle" idx="1"/>
          </p:nvPr>
        </p:nvSpPr>
        <p:spPr>
          <a:xfrm>
            <a:off x="217715" y="801069"/>
            <a:ext cx="11750523" cy="5817445"/>
          </a:xfrm>
        </p:spPr>
        <p:txBody>
          <a:bodyPr vert="horz" lIns="91440" tIns="45720" rIns="91440" bIns="45720" rtlCol="0" anchor="t">
            <a:normAutofit/>
          </a:bodyPr>
          <a:lstStyle/>
          <a:p>
            <a:pPr marL="342900" indent="-342900">
              <a:buChar char="•"/>
            </a:pPr>
            <a:r>
              <a:rPr lang="en-GB" sz="1600">
                <a:ea typeface="Calibri"/>
                <a:cs typeface="Calibri"/>
              </a:rPr>
              <a:t>Once experts verify the detections they can be turned into powerful analytical insights, helping us understand which species are where and when across the riverside in a map format, highlighting how patterns change from the beginning to end (e.g. missing species, bird calls only at specific times, more human activity), these patterns are exactly what helps us predict ecological change (change in migration timing, noise pollution, habitat loss).</a:t>
            </a:r>
          </a:p>
          <a:p>
            <a:pPr marL="342900" indent="-342900">
              <a:buChar char="•"/>
            </a:pPr>
            <a:r>
              <a:rPr lang="en-GB" sz="1600" dirty="0">
                <a:ea typeface="Calibri"/>
                <a:cs typeface="Calibri"/>
              </a:rPr>
              <a:t>None of this is possible without the people in this room from experts to bird enthusiasts; the pipeline helps us understand what it heard, but only an expert can help us understand what that means and what things are missing and why. You have a role in this that no machine can replace, turning hours of riverside data into the crucial </a:t>
            </a:r>
            <a:r>
              <a:rPr lang="en-GB" sz="1600">
                <a:ea typeface="Calibri"/>
                <a:cs typeface="Calibri"/>
              </a:rPr>
              <a:t>awareness needed</a:t>
            </a:r>
            <a:r>
              <a:rPr lang="en-GB" sz="1600" dirty="0">
                <a:ea typeface="Calibri"/>
                <a:cs typeface="Calibri"/>
              </a:rPr>
              <a:t> to protect the birds living there.</a:t>
            </a:r>
          </a:p>
          <a:p>
            <a:pPr marL="342900" indent="-342900">
              <a:buChar char="•"/>
            </a:pPr>
            <a:r>
              <a:rPr lang="en-GB" sz="1600" dirty="0">
                <a:ea typeface="Calibri"/>
                <a:cs typeface="Calibri"/>
              </a:rPr>
              <a:t>As we continue </a:t>
            </a:r>
            <a:r>
              <a:rPr lang="en-GB" sz="1600" err="1">
                <a:ea typeface="Calibri"/>
                <a:cs typeface="Calibri"/>
              </a:rPr>
              <a:t>to</a:t>
            </a:r>
            <a:r>
              <a:rPr lang="en-GB" sz="1600" dirty="0">
                <a:ea typeface="Calibri"/>
                <a:cs typeface="Calibri"/>
              </a:rPr>
              <a:t> analyse these recordings, we may be able to document species that we never thought could be living in the riverside, </a:t>
            </a:r>
            <a:r>
              <a:rPr lang="en-GB" sz="1600">
                <a:ea typeface="Calibri"/>
                <a:cs typeface="Calibri"/>
              </a:rPr>
              <a:t>every detection being verified by experts, alongside unexplainable missing species will lead to a better understanding of how to best protect the riverside. </a:t>
            </a:r>
          </a:p>
          <a:p>
            <a:endParaRPr lang="en-GB">
              <a:ea typeface="Calibri"/>
              <a:cs typeface="Calibri"/>
            </a:endParaRPr>
          </a:p>
        </p:txBody>
      </p:sp>
      <p:pic>
        <p:nvPicPr>
          <p:cNvPr id="4" name="Picture 3" descr="A close-up of a sign">
            <a:extLst>
              <a:ext uri="{FF2B5EF4-FFF2-40B4-BE49-F238E27FC236}">
                <a16:creationId xmlns:a16="http://schemas.microsoft.com/office/drawing/2014/main" id="{32AC5CCD-778D-418B-5ED7-987F92A059C1}"/>
              </a:ext>
            </a:extLst>
          </p:cNvPr>
          <p:cNvPicPr>
            <a:picLocks noChangeAspect="1"/>
          </p:cNvPicPr>
          <p:nvPr/>
        </p:nvPicPr>
        <p:blipFill>
          <a:blip r:embed="rId2"/>
          <a:stretch>
            <a:fillRect/>
          </a:stretch>
        </p:blipFill>
        <p:spPr>
          <a:xfrm>
            <a:off x="448764" y="3869372"/>
            <a:ext cx="7166610" cy="2075815"/>
          </a:xfrm>
          <a:prstGeom prst="rect">
            <a:avLst/>
          </a:prstGeom>
        </p:spPr>
      </p:pic>
      <p:pic>
        <p:nvPicPr>
          <p:cNvPr id="5" name="Picture 4" descr="A bird on a branch&#10;&#10;AI-generated content may be incorrect.">
            <a:extLst>
              <a:ext uri="{FF2B5EF4-FFF2-40B4-BE49-F238E27FC236}">
                <a16:creationId xmlns:a16="http://schemas.microsoft.com/office/drawing/2014/main" id="{C92E25FF-A319-6A0F-9A9B-CEBEDD524DBE}"/>
              </a:ext>
            </a:extLst>
          </p:cNvPr>
          <p:cNvPicPr>
            <a:picLocks noChangeAspect="1"/>
          </p:cNvPicPr>
          <p:nvPr/>
        </p:nvPicPr>
        <p:blipFill>
          <a:blip r:embed="rId3"/>
          <a:stretch>
            <a:fillRect/>
          </a:stretch>
        </p:blipFill>
        <p:spPr>
          <a:xfrm>
            <a:off x="7709686" y="3279811"/>
            <a:ext cx="4121292" cy="3254375"/>
          </a:xfrm>
          <a:prstGeom prst="rect">
            <a:avLst/>
          </a:prstGeom>
        </p:spPr>
      </p:pic>
    </p:spTree>
    <p:extLst>
      <p:ext uri="{BB962C8B-B14F-4D97-AF65-F5344CB8AC3E}">
        <p14:creationId xmlns:p14="http://schemas.microsoft.com/office/powerpoint/2010/main" val="2763394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What Is The Problem? + Pipeline Overview</vt:lpstr>
      <vt:lpstr>The Recording Process</vt:lpstr>
      <vt:lpstr>Audio Cleaning (Filtering+ Denoising)</vt:lpstr>
      <vt:lpstr>The Math Used (FFT)</vt:lpstr>
      <vt:lpstr>Why windowing is necessary?</vt:lpstr>
      <vt:lpstr>STFT &amp; Spectrogram</vt:lpstr>
      <vt:lpstr>Sinusoidal Modelling</vt:lpstr>
      <vt:lpstr>BirdNET Classifier</vt:lpstr>
      <vt:lpstr>Why Machines Still Need Humans?</vt:lpstr>
      <vt:lpstr>Impact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saliha shoaib</dc:creator>
  <cp:revision>1914</cp:revision>
  <dcterms:created xsi:type="dcterms:W3CDTF">2026-06-10T08:13:04Z</dcterms:created>
  <dcterms:modified xsi:type="dcterms:W3CDTF">2026-06-16T10:31:40Z</dcterms:modified>
</cp:coreProperties>
</file>